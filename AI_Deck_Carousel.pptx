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23232"/>
                </a:solidFill>
              </a:defRPr>
            </a:pPr>
            <a:r>
              <a:t>Slides 1 - 4</a:t>
            </a:r>
          </a:p>
        </p:txBody>
      </p:sp>
      <p:pic>
        <p:nvPicPr>
          <p:cNvPr id="3" name="Picture 2" descr="slide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6720840" cy="3291840"/>
          </a:xfrm>
          <a:prstGeom prst="rect">
            <a:avLst/>
          </a:prstGeom>
          <a:ln w="25400">
            <a:solidFill>
              <a:srgbClr val="B4B4B4"/>
            </a:solidFill>
          </a:ln>
          <a:effectLst/>
        </p:spPr>
      </p:pic>
      <p:pic>
        <p:nvPicPr>
          <p:cNvPr id="4" name="Picture 3" descr="slide_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914400"/>
            <a:ext cx="6720840" cy="3291840"/>
          </a:xfrm>
          <a:prstGeom prst="rect">
            <a:avLst/>
          </a:prstGeom>
          <a:ln w="25400">
            <a:solidFill>
              <a:srgbClr val="B4B4B4"/>
            </a:solidFill>
          </a:ln>
          <a:effectLst/>
        </p:spPr>
      </p:pic>
      <p:pic>
        <p:nvPicPr>
          <p:cNvPr id="5" name="Picture 4" descr="slide_0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480560"/>
            <a:ext cx="6720840" cy="3291840"/>
          </a:xfrm>
          <a:prstGeom prst="rect">
            <a:avLst/>
          </a:prstGeom>
          <a:ln w="25400">
            <a:solidFill>
              <a:srgbClr val="B4B4B4"/>
            </a:solidFill>
          </a:ln>
          <a:effectLst/>
        </p:spPr>
      </p:pic>
      <p:pic>
        <p:nvPicPr>
          <p:cNvPr id="6" name="Picture 5" descr="slide_0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0" y="4480560"/>
            <a:ext cx="6720840" cy="3291840"/>
          </a:xfrm>
          <a:prstGeom prst="rect">
            <a:avLst/>
          </a:prstGeom>
          <a:ln w="25400">
            <a:solidFill>
              <a:srgbClr val="B4B4B4"/>
            </a:solidFill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23232"/>
                </a:solidFill>
              </a:defRPr>
            </a:pPr>
            <a:r>
              <a:t>Slides 5 - 8</a:t>
            </a:r>
          </a:p>
        </p:txBody>
      </p:sp>
      <p:pic>
        <p:nvPicPr>
          <p:cNvPr id="3" name="Picture 2" descr="slide_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6720840" cy="3291840"/>
          </a:xfrm>
          <a:prstGeom prst="rect">
            <a:avLst/>
          </a:prstGeom>
          <a:ln w="25400">
            <a:solidFill>
              <a:srgbClr val="B4B4B4"/>
            </a:solidFill>
          </a:ln>
          <a:effectLst/>
        </p:spPr>
      </p:pic>
      <p:pic>
        <p:nvPicPr>
          <p:cNvPr id="4" name="Picture 3" descr="slide_0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914400"/>
            <a:ext cx="6720840" cy="3291840"/>
          </a:xfrm>
          <a:prstGeom prst="rect">
            <a:avLst/>
          </a:prstGeom>
          <a:ln w="25400">
            <a:solidFill>
              <a:srgbClr val="B4B4B4"/>
            </a:solidFill>
          </a:ln>
          <a:effectLst/>
        </p:spPr>
      </p:pic>
      <p:pic>
        <p:nvPicPr>
          <p:cNvPr id="5" name="Picture 4" descr="slide_0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480560"/>
            <a:ext cx="6720840" cy="3291840"/>
          </a:xfrm>
          <a:prstGeom prst="rect">
            <a:avLst/>
          </a:prstGeom>
          <a:ln w="25400">
            <a:solidFill>
              <a:srgbClr val="B4B4B4"/>
            </a:solidFill>
          </a:ln>
          <a:effectLst/>
        </p:spPr>
      </p:pic>
      <p:pic>
        <p:nvPicPr>
          <p:cNvPr id="6" name="Picture 5" descr="slide_00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0" y="4480560"/>
            <a:ext cx="6720840" cy="3291840"/>
          </a:xfrm>
          <a:prstGeom prst="rect">
            <a:avLst/>
          </a:prstGeom>
          <a:ln w="25400">
            <a:solidFill>
              <a:srgbClr val="B4B4B4"/>
            </a:solidFill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23232"/>
                </a:solidFill>
              </a:defRPr>
            </a:pPr>
            <a:r>
              <a:t>Slides 9 - 12</a:t>
            </a:r>
          </a:p>
        </p:txBody>
      </p:sp>
      <p:pic>
        <p:nvPicPr>
          <p:cNvPr id="3" name="Picture 2" descr="slide_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6720840" cy="3291840"/>
          </a:xfrm>
          <a:prstGeom prst="rect">
            <a:avLst/>
          </a:prstGeom>
          <a:ln w="25400">
            <a:solidFill>
              <a:srgbClr val="B4B4B4"/>
            </a:solidFill>
          </a:ln>
          <a:effectLst/>
        </p:spPr>
      </p:pic>
      <p:pic>
        <p:nvPicPr>
          <p:cNvPr id="4" name="Picture 3" descr="slide_0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914400"/>
            <a:ext cx="6720840" cy="3291840"/>
          </a:xfrm>
          <a:prstGeom prst="rect">
            <a:avLst/>
          </a:prstGeom>
          <a:ln w="25400">
            <a:solidFill>
              <a:srgbClr val="B4B4B4"/>
            </a:solidFill>
          </a:ln>
          <a:effectLst/>
        </p:spPr>
      </p:pic>
      <p:pic>
        <p:nvPicPr>
          <p:cNvPr id="5" name="Picture 4" descr="slide_0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480560"/>
            <a:ext cx="6720840" cy="3291840"/>
          </a:xfrm>
          <a:prstGeom prst="rect">
            <a:avLst/>
          </a:prstGeom>
          <a:ln w="25400">
            <a:solidFill>
              <a:srgbClr val="B4B4B4"/>
            </a:solidFill>
          </a:ln>
          <a:effectLst/>
        </p:spPr>
      </p:pic>
      <p:pic>
        <p:nvPicPr>
          <p:cNvPr id="6" name="Picture 5" descr="slide_01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0" y="4480560"/>
            <a:ext cx="6720840" cy="3291840"/>
          </a:xfrm>
          <a:prstGeom prst="rect">
            <a:avLst/>
          </a:prstGeom>
          <a:ln w="25400">
            <a:solidFill>
              <a:srgbClr val="B4B4B4"/>
            </a:solidFill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23232"/>
                </a:solidFill>
              </a:defRPr>
            </a:pPr>
            <a:r>
              <a:t>Slides 13 - 16</a:t>
            </a:r>
          </a:p>
        </p:txBody>
      </p:sp>
      <p:pic>
        <p:nvPicPr>
          <p:cNvPr id="3" name="Picture 2" descr="slide_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6720840" cy="3291840"/>
          </a:xfrm>
          <a:prstGeom prst="rect">
            <a:avLst/>
          </a:prstGeom>
          <a:ln w="25400">
            <a:solidFill>
              <a:srgbClr val="B4B4B4"/>
            </a:solidFill>
          </a:ln>
          <a:effectLst/>
        </p:spPr>
      </p:pic>
      <p:pic>
        <p:nvPicPr>
          <p:cNvPr id="4" name="Picture 3" descr="slide_0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914400"/>
            <a:ext cx="6720840" cy="3291840"/>
          </a:xfrm>
          <a:prstGeom prst="rect">
            <a:avLst/>
          </a:prstGeom>
          <a:ln w="25400">
            <a:solidFill>
              <a:srgbClr val="B4B4B4"/>
            </a:solidFill>
          </a:ln>
          <a:effectLst/>
        </p:spPr>
      </p:pic>
      <p:pic>
        <p:nvPicPr>
          <p:cNvPr id="5" name="Picture 4" descr="slide_0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480560"/>
            <a:ext cx="6720840" cy="3291840"/>
          </a:xfrm>
          <a:prstGeom prst="rect">
            <a:avLst/>
          </a:prstGeom>
          <a:ln w="25400">
            <a:solidFill>
              <a:srgbClr val="B4B4B4"/>
            </a:solidFill>
          </a:ln>
          <a:effectLst/>
        </p:spPr>
      </p:pic>
      <p:pic>
        <p:nvPicPr>
          <p:cNvPr id="6" name="Picture 5" descr="slide_0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0" y="4480560"/>
            <a:ext cx="6720840" cy="3291840"/>
          </a:xfrm>
          <a:prstGeom prst="rect">
            <a:avLst/>
          </a:prstGeom>
          <a:ln w="25400">
            <a:solidFill>
              <a:srgbClr val="B4B4B4"/>
            </a:solidFill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23232"/>
                </a:solidFill>
              </a:defRPr>
            </a:pPr>
            <a:r>
              <a:t>Slides 17 - 20</a:t>
            </a:r>
          </a:p>
        </p:txBody>
      </p:sp>
      <p:pic>
        <p:nvPicPr>
          <p:cNvPr id="3" name="Picture 2" descr="slide_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6720840" cy="3291840"/>
          </a:xfrm>
          <a:prstGeom prst="rect">
            <a:avLst/>
          </a:prstGeom>
          <a:ln w="25400">
            <a:solidFill>
              <a:srgbClr val="B4B4B4"/>
            </a:solidFill>
          </a:ln>
          <a:effectLst/>
        </p:spPr>
      </p:pic>
      <p:pic>
        <p:nvPicPr>
          <p:cNvPr id="4" name="Picture 3" descr="slide_0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914400"/>
            <a:ext cx="6720840" cy="3291840"/>
          </a:xfrm>
          <a:prstGeom prst="rect">
            <a:avLst/>
          </a:prstGeom>
          <a:ln w="25400">
            <a:solidFill>
              <a:srgbClr val="B4B4B4"/>
            </a:solidFill>
          </a:ln>
          <a:effectLst/>
        </p:spPr>
      </p:pic>
      <p:pic>
        <p:nvPicPr>
          <p:cNvPr id="5" name="Picture 4" descr="slide_0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480560"/>
            <a:ext cx="6720840" cy="3291840"/>
          </a:xfrm>
          <a:prstGeom prst="rect">
            <a:avLst/>
          </a:prstGeom>
          <a:ln w="25400">
            <a:solidFill>
              <a:srgbClr val="B4B4B4"/>
            </a:solidFill>
          </a:ln>
          <a:effectLst/>
        </p:spPr>
      </p:pic>
      <p:pic>
        <p:nvPicPr>
          <p:cNvPr id="6" name="Picture 5" descr="slide_02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0" y="4480560"/>
            <a:ext cx="6720840" cy="3291840"/>
          </a:xfrm>
          <a:prstGeom prst="rect">
            <a:avLst/>
          </a:prstGeom>
          <a:ln w="25400">
            <a:solidFill>
              <a:srgbClr val="B4B4B4"/>
            </a:solidFill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23232"/>
                </a:solidFill>
              </a:defRPr>
            </a:pPr>
            <a:r>
              <a:t>Slides 21 - 21</a:t>
            </a:r>
          </a:p>
        </p:txBody>
      </p:sp>
      <p:pic>
        <p:nvPicPr>
          <p:cNvPr id="3" name="Picture 2" descr="slide_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3716000" cy="6858000"/>
          </a:xfrm>
          <a:prstGeom prst="rect">
            <a:avLst/>
          </a:prstGeom>
          <a:ln w="25400">
            <a:solidFill>
              <a:srgbClr val="B4B4B4"/>
            </a:solidFill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