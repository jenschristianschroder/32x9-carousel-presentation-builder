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1520525" cy="324008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492" y="56967"/>
            <a:ext cx="5557540" cy="3126059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201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spd="med" ns1:Ignorable="p14">
    <ns2:prTrans xmlns:ns2="http://schemas.microsoft.com/office/powerpoint/2010/main" option="default"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0084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035" y="56784"/>
            <a:ext cx="5558363" cy="3126607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01561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spd="med" ns1:Ignorable="p14">
    <ns2:prTrans xmlns:ns2="http://schemas.microsoft.com/office/powerpoint/2010/main" option="default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spd="med" ns1:Ignorable="p14">
    <ns2:prTrans xmlns:ns2="http://schemas.microsoft.com/office/powerpoint/2010/main" option="default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spd="med" ns1:Ignorable="p14">
    <ns2:prTrans xmlns:ns2="http://schemas.microsoft.com/office/powerpoint/2010/main" option="default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spd="med" ns1:Ignorable="p14">
    <ns2:prTrans xmlns:ns2="http://schemas.microsoft.com/office/powerpoint/2010/main" option="default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spd="med" ns1:Ignorable="p14">
    <ns2:prTrans xmlns:ns2="http://schemas.microsoft.com/office/powerpoint/2010/main" option="default"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spd="med" ns1:Ignorable="p14">
    <ns2:prTrans xmlns:ns2="http://schemas.microsoft.com/office/powerpoint/2010/main" option="default"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spd="med" ns1:Ignorable="p14">
    <ns2:prTrans xmlns:ns2="http://schemas.microsoft.com/office/powerpoint/2010/main" option="default"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spd="med" ns1:Ignorable="p14">
    <ns2:prTrans xmlns:ns2="http://schemas.microsoft.com/office/powerpoint/2010/main" option="default"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spd="med" ns1:Ignorable="p14">
    <ns2:prTrans xmlns:ns2="http://schemas.microsoft.com/office/powerpoint/2010/main" option="default"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spd="med" ns1:Ignorable="p14">
    <ns2:prTrans xmlns:ns2="http://schemas.microsoft.com/office/powerpoint/2010/main" option="default"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spd="med" ns1:Ignorable="p14">
    <ns2:prTrans xmlns:ns2="http://schemas.microsoft.com/office/powerpoint/2010/main" option="default"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spd="med" ns1:Ignorable="p14">
    <ns2:prTrans xmlns:ns2="http://schemas.microsoft.com/office/powerpoint/2010/main" option="default"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spd="med" ns1:Ignorable="p14">
    <ns2:prTrans xmlns:ns2="http://schemas.microsoft.com/office/powerpoint/2010/main" option="default"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spd="med" ns1:Ignorable="p14">
    <ns2:prTrans xmlns:ns2="http://schemas.microsoft.com/office/powerpoint/2010/main" option="default"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spd="med" ns1:Ignorable="p14">
    <ns2:prTrans xmlns:ns2="http://schemas.microsoft.com/office/powerpoint/2010/main" option="default"/>
  </p:transition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1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spd="med" ns1:Ignorable="p14">
    <ns2:prTrans xmlns:ns2="http://schemas.microsoft.com/office/powerpoint/2010/main" option="default"/>
  </p:transition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spd="med" ns1:Ignorable="p14">
    <ns2:prTrans xmlns:ns2="http://schemas.microsoft.com/office/powerpoint/2010/main" option="default"/>
  </p:transition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6" name="Picture 5" descr="slide_0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99915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spd="med" ns1:Ignorable="p14">
    <ns2:prTrans xmlns:ns2="http://schemas.microsoft.com/office/powerpoint/2010/main" option="default"/>
  </p:transition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5" name="Picture 4" descr="slide_0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706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spd="med" ns1:Ignorable="p14">
    <ns2:prTrans xmlns:ns2="http://schemas.microsoft.com/office/powerpoint/2010/main" option="default"/>
  </p:transition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77028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3" name="Picture 2" descr="slide_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8819" y="298825"/>
            <a:ext cx="4697638" cy="2642433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pic>
        <p:nvPicPr>
          <p:cNvPr id="4" name="Picture 3" descr="slide_0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80" y="55869"/>
            <a:ext cx="5561563" cy="3128436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0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0800000">
            <a:off x="8539032" y="0"/>
            <a:ext cx="2981492" cy="3240084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xmlns:ns1="http://schemas.openxmlformats.org/markup-compatibility/2006" spd="med" ns1:Ignorable="p14">
    <ns2:prTrans xmlns:ns2="http://schemas.microsoft.com/office/powerpoint/2010/main" option="default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