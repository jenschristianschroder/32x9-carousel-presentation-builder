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1520525" cy="324008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492" y="56967"/>
            <a:ext cx="5557540" cy="3126059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201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0084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035" y="56784"/>
            <a:ext cx="5558363" cy="3126607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01561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