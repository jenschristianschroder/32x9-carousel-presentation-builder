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1520525" cy="32400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84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035" y="56784"/>
            <a:ext cx="5558363" cy="3126607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1561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xmlns:ns2="http://schemas.microsoft.com/office/powerpoint/2010/main" spd="med" ns1:Ignorable="p14" ns2:dur="500">
    <ns2:prTrans option="default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