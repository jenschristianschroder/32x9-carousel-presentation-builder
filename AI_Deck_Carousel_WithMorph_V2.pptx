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1520525" cy="32400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84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35" y="56784"/>
            <a:ext cx="5558363" cy="3126607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561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spd="slow" p14:dur="2000">
        <p159:morph xmlns:p159="http://schemas.microsoft.com/office/powerpoint/2015/09/main"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