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1520525" cy="32400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84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35" y="56784"/>
            <a:ext cx="5558363" cy="3126607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561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8" name="Picture 7" descr="slide_0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7" name="Picture 6" descr="slide_0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