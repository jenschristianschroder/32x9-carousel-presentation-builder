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7"/>
  </p:notesMasterIdLst>
  <p:sldIdLst>
    <p:sldId id="2147479560" r:id="rId2"/>
    <p:sldId id="2147479561" r:id="rId3"/>
    <p:sldId id="2147479562" r:id="rId4"/>
    <p:sldId id="2147479563" r:id="rId5"/>
    <p:sldId id="2147479564" r:id="rId6"/>
  </p:sldIdLst>
  <p:sldSz cx="11520488" cy="32400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94660"/>
  </p:normalViewPr>
  <p:slideViewPr>
    <p:cSldViewPr snapToGrid="0">
      <p:cViewPr>
        <p:scale>
          <a:sx n="25" d="100"/>
          <a:sy n="25" d="100"/>
        </p:scale>
        <p:origin x="2619" y="175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553965-3C36-4754-A03D-CF5D4BE45009}" type="datetimeFigureOut">
              <a:rPr lang="en-DK" smtClean="0"/>
              <a:t>04/11/2025</a:t>
            </a:fld>
            <a:endParaRPr lang="en-DK"/>
          </a:p>
        </p:txBody>
      </p:sp>
      <p:sp>
        <p:nvSpPr>
          <p:cNvPr id="4" name="Slide Image Placeholder 3"/>
          <p:cNvSpPr>
            <a:spLocks noGrp="1" noRot="1" noChangeAspect="1"/>
          </p:cNvSpPr>
          <p:nvPr>
            <p:ph type="sldImg" idx="2"/>
          </p:nvPr>
        </p:nvSpPr>
        <p:spPr>
          <a:xfrm>
            <a:off x="-2057400" y="1143000"/>
            <a:ext cx="10972800" cy="3086100"/>
          </a:xfrm>
          <a:prstGeom prst="rect">
            <a:avLst/>
          </a:prstGeom>
          <a:noFill/>
          <a:ln w="12700">
            <a:solidFill>
              <a:prstClr val="black"/>
            </a:solidFill>
          </a:ln>
        </p:spPr>
        <p:txBody>
          <a:bodyPr vert="horz" lIns="91440" tIns="45720" rIns="91440" bIns="45720" rtlCol="0" anchor="ctr"/>
          <a:lstStyle/>
          <a:p>
            <a:endParaRPr lang="en-D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F627EC-BD88-429B-9D5A-F173A70AB672}" type="slidenum">
              <a:rPr lang="en-DK" smtClean="0"/>
              <a:t>‹#›</a:t>
            </a:fld>
            <a:endParaRPr lang="en-DK"/>
          </a:p>
        </p:txBody>
      </p:sp>
    </p:spTree>
    <p:extLst>
      <p:ext uri="{BB962C8B-B14F-4D97-AF65-F5344CB8AC3E}">
        <p14:creationId xmlns:p14="http://schemas.microsoft.com/office/powerpoint/2010/main" val="969202968"/>
      </p:ext>
    </p:extLst>
  </p:cSld>
  <p:clrMap bg1="lt1" tx1="dk1" bg2="lt2" tx2="dk2" accent1="accent1" accent2="accent2" accent3="accent3" accent4="accent4" accent5="accent5" accent6="accent6" hlink="hlink" folHlink="folHlink"/>
  <p:notesStyle>
    <a:lvl1pPr marL="0" algn="l" defTabSz="708477" rtl="0" eaLnBrk="1" latinLnBrk="0" hangingPunct="1">
      <a:defRPr sz="930" kern="1200">
        <a:solidFill>
          <a:schemeClr val="tx1"/>
        </a:solidFill>
        <a:latin typeface="+mn-lt"/>
        <a:ea typeface="+mn-ea"/>
        <a:cs typeface="+mn-cs"/>
      </a:defRPr>
    </a:lvl1pPr>
    <a:lvl2pPr marL="354239" algn="l" defTabSz="708477" rtl="0" eaLnBrk="1" latinLnBrk="0" hangingPunct="1">
      <a:defRPr sz="930" kern="1200">
        <a:solidFill>
          <a:schemeClr val="tx1"/>
        </a:solidFill>
        <a:latin typeface="+mn-lt"/>
        <a:ea typeface="+mn-ea"/>
        <a:cs typeface="+mn-cs"/>
      </a:defRPr>
    </a:lvl2pPr>
    <a:lvl3pPr marL="708477" algn="l" defTabSz="708477" rtl="0" eaLnBrk="1" latinLnBrk="0" hangingPunct="1">
      <a:defRPr sz="930" kern="1200">
        <a:solidFill>
          <a:schemeClr val="tx1"/>
        </a:solidFill>
        <a:latin typeface="+mn-lt"/>
        <a:ea typeface="+mn-ea"/>
        <a:cs typeface="+mn-cs"/>
      </a:defRPr>
    </a:lvl3pPr>
    <a:lvl4pPr marL="1062716" algn="l" defTabSz="708477" rtl="0" eaLnBrk="1" latinLnBrk="0" hangingPunct="1">
      <a:defRPr sz="930" kern="1200">
        <a:solidFill>
          <a:schemeClr val="tx1"/>
        </a:solidFill>
        <a:latin typeface="+mn-lt"/>
        <a:ea typeface="+mn-ea"/>
        <a:cs typeface="+mn-cs"/>
      </a:defRPr>
    </a:lvl4pPr>
    <a:lvl5pPr marL="1416954" algn="l" defTabSz="708477" rtl="0" eaLnBrk="1" latinLnBrk="0" hangingPunct="1">
      <a:defRPr sz="930" kern="1200">
        <a:solidFill>
          <a:schemeClr val="tx1"/>
        </a:solidFill>
        <a:latin typeface="+mn-lt"/>
        <a:ea typeface="+mn-ea"/>
        <a:cs typeface="+mn-cs"/>
      </a:defRPr>
    </a:lvl5pPr>
    <a:lvl6pPr marL="1771193" algn="l" defTabSz="708477" rtl="0" eaLnBrk="1" latinLnBrk="0" hangingPunct="1">
      <a:defRPr sz="930" kern="1200">
        <a:solidFill>
          <a:schemeClr val="tx1"/>
        </a:solidFill>
        <a:latin typeface="+mn-lt"/>
        <a:ea typeface="+mn-ea"/>
        <a:cs typeface="+mn-cs"/>
      </a:defRPr>
    </a:lvl6pPr>
    <a:lvl7pPr marL="2125431" algn="l" defTabSz="708477" rtl="0" eaLnBrk="1" latinLnBrk="0" hangingPunct="1">
      <a:defRPr sz="930" kern="1200">
        <a:solidFill>
          <a:schemeClr val="tx1"/>
        </a:solidFill>
        <a:latin typeface="+mn-lt"/>
        <a:ea typeface="+mn-ea"/>
        <a:cs typeface="+mn-cs"/>
      </a:defRPr>
    </a:lvl7pPr>
    <a:lvl8pPr marL="2479670" algn="l" defTabSz="708477" rtl="0" eaLnBrk="1" latinLnBrk="0" hangingPunct="1">
      <a:defRPr sz="930" kern="1200">
        <a:solidFill>
          <a:schemeClr val="tx1"/>
        </a:solidFill>
        <a:latin typeface="+mn-lt"/>
        <a:ea typeface="+mn-ea"/>
        <a:cs typeface="+mn-cs"/>
      </a:defRPr>
    </a:lvl8pPr>
    <a:lvl9pPr marL="2833908" algn="l" defTabSz="708477" rtl="0" eaLnBrk="1" latinLnBrk="0" hangingPunct="1">
      <a:defRPr sz="93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progress to the level of a frontier-first organization, companies need to overcome some common challenges. They can do this by leveraging the power of AI.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Apps aren't just for data entry—they're living storyboards of work. They will continue to exist as our human interface with systems and processes. Apps are also the space in which we collaborate with agents.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Agents aren't just assistants, they're autonomous collaborators. Together, with apps, they transform business processes at enterprise scale by driving actions and results with automation.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Apps combined with intelligent agents empower IT makers by accelerating development and enhancing control.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Power apps gives IT teams the tools they need to build tailored apps. Infusing those apps with intelligent agents that automate and extend their functionality helps you move from reactive to proactive.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You could build agents anywhere, but only Power Platform plus Copilot Studio lets you build, govern, and scale them with the same tools and teams that you already trust.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And with Microsoft 365 Copilot, every employee’s work is grounded in their own work content—like emails, meetings, and documents—so they can move faster, make smarter decisions, and stay focused on what matters most.</a:t>
            </a:r>
            <a:endParaRPr lang="en-US" dirty="0"/>
          </a:p>
          <a:p>
            <a:endParaRPr lang="en-DK" dirty="0"/>
          </a:p>
        </p:txBody>
      </p:sp>
      <p:sp>
        <p:nvSpPr>
          <p:cNvPr id="4" name="Slide Number Placeholder 3"/>
          <p:cNvSpPr>
            <a:spLocks noGrp="1"/>
          </p:cNvSpPr>
          <p:nvPr>
            <p:ph type="sldNum" sz="quarter" idx="5"/>
          </p:nvPr>
        </p:nvSpPr>
        <p:spPr/>
        <p:txBody>
          <a:bodyPr/>
          <a:lstStyle/>
          <a:p>
            <a:pPr marL="0" marR="0" lvl="0" indent="0" algn="r" defTabSz="457143" rtl="0" eaLnBrk="1" fontAlgn="auto" latinLnBrk="0" hangingPunct="1">
              <a:lnSpc>
                <a:spcPct val="100000"/>
              </a:lnSpc>
              <a:spcBef>
                <a:spcPts val="0"/>
              </a:spcBef>
              <a:spcAft>
                <a:spcPts val="0"/>
              </a:spcAft>
              <a:buClrTx/>
              <a:buSzTx/>
              <a:buFontTx/>
              <a:buNone/>
              <a:tabLst/>
              <a:defRPr/>
            </a:pPr>
            <a:fld id="{13EF6AA7-B45D-4EB1-9666-E0A1C321BFE4}"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143"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671376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highlight>
                  <a:srgbClr val="FFFF00"/>
                </a:highlight>
                <a:latin typeface="+mn-lt"/>
                <a:ea typeface="+mn-ea"/>
                <a:cs typeface="+mn-cs"/>
              </a:rPr>
              <a:t>Microsoft Power Apps is a new, AI-assisted way to build custom apps. </a:t>
            </a:r>
          </a:p>
          <a:p>
            <a:endParaRPr lang="en-US" sz="1200" kern="1200" dirty="0">
              <a:solidFill>
                <a:schemeClr val="tx1"/>
              </a:solidFill>
              <a:effectLst/>
              <a:highlight>
                <a:srgbClr val="FFFF00"/>
              </a:highlight>
              <a:latin typeface="+mn-lt"/>
              <a:ea typeface="+mn-ea"/>
              <a:cs typeface="+mn-cs"/>
            </a:endParaRPr>
          </a:p>
          <a:p>
            <a:r>
              <a:rPr lang="en-US" sz="1200" kern="1200" dirty="0">
                <a:solidFill>
                  <a:schemeClr val="tx1"/>
                </a:solidFill>
                <a:effectLst/>
                <a:highlight>
                  <a:srgbClr val="FFFF00"/>
                </a:highlight>
                <a:latin typeface="+mn-lt"/>
                <a:ea typeface="+mn-ea"/>
                <a:cs typeface="+mn-cs"/>
              </a:rPr>
              <a:t>Using a single prompt, define requirements in natural language, map processes visually, and embed agents that act inside your apps.</a:t>
            </a:r>
          </a:p>
          <a:p>
            <a:br>
              <a:rPr lang="en-US" sz="1200" kern="1200" dirty="0">
                <a:solidFill>
                  <a:schemeClr val="tx1"/>
                </a:solidFill>
                <a:effectLst/>
                <a:highlight>
                  <a:srgbClr val="FFFF00"/>
                </a:highlight>
                <a:latin typeface="+mn-lt"/>
                <a:ea typeface="+mn-ea"/>
                <a:cs typeface="+mn-cs"/>
              </a:rPr>
            </a:br>
            <a:r>
              <a:rPr lang="en-US" sz="1200" kern="1200" dirty="0">
                <a:solidFill>
                  <a:schemeClr val="tx1"/>
                </a:solidFill>
                <a:effectLst/>
                <a:highlight>
                  <a:srgbClr val="FFFF00"/>
                </a:highlight>
                <a:latin typeface="+mn-lt"/>
                <a:ea typeface="+mn-ea"/>
                <a:cs typeface="+mn-cs"/>
              </a:rPr>
              <a:t>Go from business idea to working code in record time. Accelerate innovation with built-in governance, security, and trust — at enterprise scale.</a:t>
            </a:r>
          </a:p>
          <a:p>
            <a:endParaRPr lang="en-US" sz="1200" kern="1200" dirty="0">
              <a:solidFill>
                <a:schemeClr val="tx1"/>
              </a:solidFill>
              <a:effectLst/>
              <a:highlight>
                <a:srgbClr val="FFFF00"/>
              </a:highlight>
              <a:latin typeface="+mn-lt"/>
              <a:ea typeface="+mn-ea"/>
              <a:cs typeface="+mn-cs"/>
            </a:endParaRPr>
          </a:p>
          <a:p>
            <a:r>
              <a:rPr lang="en-US" sz="1200" b="1" kern="1200" dirty="0">
                <a:solidFill>
                  <a:schemeClr val="tx1"/>
                </a:solidFill>
                <a:effectLst/>
                <a:highlight>
                  <a:srgbClr val="FFFF00"/>
                </a:highlight>
                <a:latin typeface="+mn-lt"/>
                <a:ea typeface="+mn-ea"/>
                <a:cs typeface="+mn-cs"/>
              </a:rPr>
              <a:t>Teams of developer-specialized agents take you from business idea to working code in record time</a:t>
            </a:r>
            <a:endParaRPr lang="en-US" sz="1200" kern="1200" dirty="0">
              <a:solidFill>
                <a:schemeClr val="tx1"/>
              </a:solidFill>
              <a:effectLst/>
              <a:highlight>
                <a:srgbClr val="FFFF00"/>
              </a:highligh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highlight>
                  <a:srgbClr val="FFFF00"/>
                </a:highlight>
                <a:latin typeface="+mn-lt"/>
                <a:ea typeface="+mn-ea"/>
                <a:cs typeface="+mn-cs"/>
              </a:rPr>
              <a:t>Define requirements and map processes in natural language</a:t>
            </a:r>
          </a:p>
          <a:p>
            <a:pPr marL="171450" lvl="0" indent="-171450">
              <a:buFont typeface="Arial" panose="020B0604020202020204" pitchFamily="34" charset="0"/>
              <a:buChar char="•"/>
            </a:pPr>
            <a:r>
              <a:rPr lang="en-US" sz="1200" kern="1200" dirty="0">
                <a:solidFill>
                  <a:schemeClr val="tx1"/>
                </a:solidFill>
                <a:effectLst/>
                <a:highlight>
                  <a:srgbClr val="FFFF00"/>
                </a:highlight>
                <a:latin typeface="+mn-lt"/>
                <a:ea typeface="+mn-ea"/>
                <a:cs typeface="+mn-cs"/>
              </a:rPr>
              <a:t>Collaborate with and manage agents inside your apps</a:t>
            </a:r>
          </a:p>
          <a:p>
            <a:pPr marL="171450" lvl="0" indent="-171450">
              <a:buFont typeface="Arial" panose="020B0604020202020204" pitchFamily="34" charset="0"/>
              <a:buChar char="•"/>
            </a:pPr>
            <a:r>
              <a:rPr lang="en-US" sz="1200" kern="1200" dirty="0">
                <a:solidFill>
                  <a:schemeClr val="tx1"/>
                </a:solidFill>
                <a:effectLst/>
                <a:highlight>
                  <a:srgbClr val="FFFF00"/>
                </a:highlight>
                <a:latin typeface="+mn-lt"/>
                <a:ea typeface="+mn-ea"/>
                <a:cs typeface="+mn-cs"/>
              </a:rPr>
              <a:t>Deploy code-first apps to Power Platform with built-in governance, security, and trust.</a:t>
            </a:r>
            <a:br>
              <a:rPr lang="en-US" sz="1200" kern="1200" dirty="0">
                <a:solidFill>
                  <a:schemeClr val="tx1"/>
                </a:solidFill>
                <a:effectLst/>
                <a:highlight>
                  <a:srgbClr val="FFFF00"/>
                </a:highlight>
                <a:latin typeface="+mn-lt"/>
                <a:ea typeface="+mn-ea"/>
                <a:cs typeface="+mn-cs"/>
              </a:rPr>
            </a:br>
            <a:endParaRPr lang="en-US" sz="1200" kern="1200" dirty="0">
              <a:solidFill>
                <a:schemeClr val="tx1"/>
              </a:solidFill>
              <a:effectLst/>
              <a:highlight>
                <a:srgbClr val="FFFF00"/>
              </a:highlight>
              <a:latin typeface="+mn-lt"/>
              <a:ea typeface="+mn-ea"/>
              <a:cs typeface="+mn-cs"/>
            </a:endParaRPr>
          </a:p>
          <a:p>
            <a:r>
              <a:rPr lang="en-US" sz="1200" kern="1200" dirty="0">
                <a:solidFill>
                  <a:schemeClr val="tx1"/>
                </a:solidFill>
                <a:effectLst/>
                <a:highlight>
                  <a:srgbClr val="FFFF00"/>
                </a:highlight>
                <a:latin typeface="+mn-lt"/>
                <a:ea typeface="+mn-ea"/>
                <a:cs typeface="+mn-cs"/>
              </a:rPr>
              <a:t>Plan designer is a copilot-first development tool that lets you quickly create comprehensive business solutions. Describe your business use case in natural language and add relevant images, like business process flows or screenshots of legacy apps. Plan designer generates a complete Power Platform solution tailored to your needs. </a:t>
            </a:r>
          </a:p>
          <a:p>
            <a:endParaRPr lang="en-US" sz="1200" kern="1200" dirty="0">
              <a:solidFill>
                <a:schemeClr val="tx1"/>
              </a:solidFill>
              <a:effectLst/>
              <a:highlight>
                <a:srgbClr val="FFFF00"/>
              </a:highlight>
              <a:latin typeface="+mn-lt"/>
              <a:ea typeface="+mn-ea"/>
              <a:cs typeface="+mn-cs"/>
            </a:endParaRPr>
          </a:p>
          <a:p>
            <a:r>
              <a:rPr lang="en-US" sz="1200" kern="1200" dirty="0">
                <a:solidFill>
                  <a:schemeClr val="tx1"/>
                </a:solidFill>
                <a:effectLst/>
                <a:highlight>
                  <a:srgbClr val="FFFF00"/>
                </a:highlight>
                <a:latin typeface="+mn-lt"/>
                <a:ea typeface="+mn-ea"/>
                <a:cs typeface="+mn-cs"/>
              </a:rPr>
              <a:t>Use the new AI-assisted interface to build custom apps that serve as a modern interface to your business systems.</a:t>
            </a:r>
          </a:p>
          <a:p>
            <a:endParaRPr lang="en-US" sz="1200" kern="1200" dirty="0">
              <a:solidFill>
                <a:schemeClr val="tx1"/>
              </a:solidFill>
              <a:effectLst/>
              <a:highlight>
                <a:srgbClr val="FFFF00"/>
              </a:highlight>
              <a:latin typeface="+mn-lt"/>
              <a:ea typeface="+mn-ea"/>
              <a:cs typeface="+mn-cs"/>
            </a:endParaRPr>
          </a:p>
          <a:p>
            <a:r>
              <a:rPr lang="en-US" sz="1200" kern="1200" dirty="0">
                <a:solidFill>
                  <a:schemeClr val="tx1"/>
                </a:solidFill>
                <a:effectLst/>
                <a:highlight>
                  <a:srgbClr val="FFFF00"/>
                </a:highlight>
                <a:latin typeface="+mn-lt"/>
                <a:ea typeface="+mn-ea"/>
                <a:cs typeface="+mn-cs"/>
              </a:rPr>
              <a:t>The solution includes Microsoft Dataverse tables, canvas apps, model-driven apps, Power Pages sites, Power Automate flows, and Copilot Studio agents.</a:t>
            </a:r>
          </a:p>
          <a:p>
            <a:endParaRPr lang="en-US" sz="1200" kern="1200" dirty="0">
              <a:solidFill>
                <a:schemeClr val="tx1"/>
              </a:solidFill>
              <a:effectLst/>
              <a:highlight>
                <a:srgbClr val="FFFF00"/>
              </a:highlight>
              <a:latin typeface="+mn-lt"/>
              <a:ea typeface="+mn-ea"/>
              <a:cs typeface="+mn-cs"/>
            </a:endParaRPr>
          </a:p>
          <a:p>
            <a:r>
              <a:rPr lang="en-US" sz="1200" kern="1200" dirty="0">
                <a:solidFill>
                  <a:schemeClr val="tx1"/>
                </a:solidFill>
                <a:effectLst/>
                <a:highlight>
                  <a:srgbClr val="FFFF00"/>
                </a:highlight>
                <a:latin typeface="+mn-lt"/>
                <a:ea typeface="+mn-ea"/>
                <a:cs typeface="+mn-cs"/>
              </a:rPr>
              <a:t>Whether you’re designing new agent-infused apps, replacing legacy apps, or building employee portals, Power Apps accelerates innovation. And the built-in governance, security, and trust help you maintain standards and functionality at enterprise scale.</a:t>
            </a:r>
          </a:p>
          <a:p>
            <a:endParaRPr lang="en-DK" dirty="0"/>
          </a:p>
        </p:txBody>
      </p:sp>
      <p:sp>
        <p:nvSpPr>
          <p:cNvPr id="4" name="Slide Number Placeholder 3"/>
          <p:cNvSpPr>
            <a:spLocks noGrp="1"/>
          </p:cNvSpPr>
          <p:nvPr>
            <p:ph type="sldNum" sz="quarter" idx="5"/>
          </p:nvPr>
        </p:nvSpPr>
        <p:spPr/>
        <p:txBody>
          <a:bodyPr/>
          <a:lstStyle/>
          <a:p>
            <a:pPr marL="0" marR="0" lvl="0" indent="0" algn="r" defTabSz="457143" rtl="0" eaLnBrk="1" fontAlgn="auto" latinLnBrk="0" hangingPunct="1">
              <a:lnSpc>
                <a:spcPct val="100000"/>
              </a:lnSpc>
              <a:spcBef>
                <a:spcPts val="0"/>
              </a:spcBef>
              <a:spcAft>
                <a:spcPts val="0"/>
              </a:spcAft>
              <a:buClrTx/>
              <a:buSzTx/>
              <a:buFontTx/>
              <a:buNone/>
              <a:tabLst/>
              <a:defRPr/>
            </a:pPr>
            <a:fld id="{13EF6AA7-B45D-4EB1-9666-E0A1C321BFE4}"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143"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168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Microsoft Copilot Studio helps you accelerate productivity with agent-powered business processes.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Microsoft Copilot Studio enables businesses to create custom copilots using generative AI. The solution democratizes rapid app creation.  It integrates seamlessly with Microsoft technologies like Azure AI Studio, ensuring a smooth experience. It integrates and exposes various Microsoft’s conversational AI technology stacks - integrated with Azure AI Studio, Azure Cognitive Services, Azure Bot Framework, Power Platforms AI models, and more.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platform also offers governance and control, allowing organizations to manage customizations, monitor usage, and maintain security and compliance.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With Copilot Studio, development starts with a prompt, not permissions. You can start with a pre-built agent or create your own using natural language and generative AI. </a:t>
            </a:r>
          </a:p>
          <a:p>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Your agents can reason over data, retrieve insights, and orchestrate complex workflows across systems. With custom agents, answer questions and complete tasks for individuals, teams, and functions. Agents are AI-powered assistants that autonomously automate processes, freeing employees to focus on strategic work.</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With Copilot Studio, you can:</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Design copilots from the ground up</a:t>
            </a:r>
            <a:r>
              <a:rPr lang="en-US" sz="1200" kern="1200" dirty="0">
                <a:solidFill>
                  <a:schemeClr val="tx1"/>
                </a:solidFill>
                <a:effectLst/>
                <a:latin typeface="+mn-lt"/>
                <a:ea typeface="+mn-ea"/>
                <a:cs typeface="+mn-cs"/>
              </a:rPr>
              <a:t> using generative AI and low-code tools and </a:t>
            </a:r>
            <a:r>
              <a:rPr lang="en-US" sz="1200" b="1" kern="1200" dirty="0">
                <a:solidFill>
                  <a:schemeClr val="tx1"/>
                </a:solidFill>
                <a:effectLst/>
                <a:latin typeface="+mn-lt"/>
                <a:ea typeface="+mn-ea"/>
                <a:cs typeface="+mn-cs"/>
              </a:rPr>
              <a:t>define exactly what your copilot should do</a:t>
            </a:r>
            <a:r>
              <a:rPr lang="en-US" sz="1200" kern="1200" dirty="0">
                <a:solidFill>
                  <a:schemeClr val="tx1"/>
                </a:solidFill>
                <a:effectLst/>
                <a:latin typeface="+mn-lt"/>
                <a:ea typeface="+mn-ea"/>
                <a:cs typeface="+mn-cs"/>
              </a:rPr>
              <a:t>, including how it responds, what data it accesses, and how it integrates with your systems. Connections to internal and external data sources can use pre-built or custom plugins.</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Extend Microsoft 365 Copilot</a:t>
            </a:r>
            <a:r>
              <a:rPr lang="en-US" sz="1200" kern="1200" dirty="0">
                <a:solidFill>
                  <a:schemeClr val="tx1"/>
                </a:solidFill>
                <a:effectLst/>
                <a:latin typeface="+mn-lt"/>
                <a:ea typeface="+mn-ea"/>
                <a:cs typeface="+mn-cs"/>
              </a:rPr>
              <a:t> with your own enterprise data, workflows, and connectors—ensuring the AI aligns with your business context</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Deploy across multiple channels</a:t>
            </a:r>
            <a:r>
              <a:rPr lang="en-US" sz="1200" kern="1200" dirty="0">
                <a:solidFill>
                  <a:schemeClr val="tx1"/>
                </a:solidFill>
                <a:effectLst/>
                <a:latin typeface="+mn-lt"/>
                <a:ea typeface="+mn-ea"/>
                <a:cs typeface="+mn-cs"/>
              </a:rPr>
              <a:t>, including Microsoft Teams, websites, and even Facebook. This makes it possible to embed AI into your existing digital ecosystem. You can turn your copilot into a </a:t>
            </a:r>
            <a:r>
              <a:rPr lang="en-US" sz="1200" b="1" kern="1200" dirty="0">
                <a:solidFill>
                  <a:schemeClr val="tx1"/>
                </a:solidFill>
                <a:effectLst/>
                <a:latin typeface="+mn-lt"/>
                <a:ea typeface="+mn-ea"/>
                <a:cs typeface="+mn-cs"/>
              </a:rPr>
              <a:t>central interface for business processes</a:t>
            </a:r>
            <a:r>
              <a:rPr lang="en-US" sz="1200" kern="1200" dirty="0">
                <a:solidFill>
                  <a:schemeClr val="tx1"/>
                </a:solidFill>
                <a:effectLst/>
                <a:latin typeface="+mn-lt"/>
                <a:ea typeface="+mn-ea"/>
                <a:cs typeface="+mn-cs"/>
              </a:rPr>
              <a:t>—from HR and IT support to customer service and sales.</a:t>
            </a:r>
            <a:endParaRPr lang="en-US" sz="1200" dirty="0">
              <a:latin typeface="Segoe UI "/>
              <a:ea typeface="Segoe UI" pitchFamily="34" charset="0"/>
              <a:cs typeface="Segoe UI Semibold" panose="020B07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Segoe UI "/>
              <a:cs typeface="Segoe UI Semibold" panose="020B0702040204020203" pitchFamily="34" charset="0"/>
            </a:endParaRPr>
          </a:p>
          <a:p>
            <a:endParaRPr lang="en-GB" dirty="0"/>
          </a:p>
          <a:p>
            <a:endParaRPr lang="en-DK" dirty="0"/>
          </a:p>
        </p:txBody>
      </p:sp>
      <p:sp>
        <p:nvSpPr>
          <p:cNvPr id="4" name="Slide Number Placeholder 3"/>
          <p:cNvSpPr>
            <a:spLocks noGrp="1"/>
          </p:cNvSpPr>
          <p:nvPr>
            <p:ph type="sldNum" sz="quarter" idx="5"/>
          </p:nvPr>
        </p:nvSpPr>
        <p:spPr/>
        <p:txBody>
          <a:bodyPr/>
          <a:lstStyle/>
          <a:p>
            <a:pPr marL="0" marR="0" lvl="0" indent="0" algn="r" defTabSz="457143" rtl="0" eaLnBrk="1" fontAlgn="auto" latinLnBrk="0" hangingPunct="1">
              <a:lnSpc>
                <a:spcPct val="100000"/>
              </a:lnSpc>
              <a:spcBef>
                <a:spcPts val="0"/>
              </a:spcBef>
              <a:spcAft>
                <a:spcPts val="0"/>
              </a:spcAft>
              <a:buClrTx/>
              <a:buSzTx/>
              <a:buFontTx/>
              <a:buNone/>
              <a:tabLst/>
              <a:defRPr/>
            </a:pPr>
            <a:fld id="{13EF6AA7-B45D-4EB1-9666-E0A1C321BFE4}"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143"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196082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Let’s talk about Microsoft 365 Copilot—the unified AI-experience for work. </a:t>
            </a:r>
            <a:r>
              <a:rPr lang="en-US" sz="1200" kern="1200" dirty="0">
                <a:solidFill>
                  <a:schemeClr val="tx1"/>
                </a:solidFill>
                <a:effectLst/>
                <a:latin typeface="+mn-lt"/>
                <a:ea typeface="+mn-ea"/>
                <a:cs typeface="+mn-cs"/>
              </a:rPr>
              <a:t>It’s not just another productivity tool, it’s productivity, reimagined</a:t>
            </a:r>
          </a:p>
          <a:p>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Microsoft Copilot 365 is an AI-first solution that brings together everything you need in a seamless experience. Chat, Search, Agents, Notebooks, and Create—all in one place. It’s , designed to meet people where they work, and to help them meet the needs of modern work by helping them work faster, think bigger, and stay focused.</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What really sets it apart is how it grounds every employee’s work in their own work content—like emails, meetings, and documents. That means Copilot isn’t guessing—it’s working with the same context you are, so it can deliver insights and actions that are actually relevant.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Copilot also helps you build a trusted ecosystem of agents. You can design and deploy agents with a consistent UI and standardized controls and manage your agents at-scale through the Agent Store. It’s governance and flexibility, built in.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Agents aren’t just assistants, they think and act like employees. Whether it’s a research agent, an analyst, or something custom-built, they use deep reasoning to collaborate, automate, and drive real outcomes.</a:t>
            </a:r>
            <a:endParaRPr lang="en-US" sz="1200" dirty="0">
              <a:latin typeface="Segoe UI "/>
              <a:ea typeface="Segoe UI" pitchFamily="34" charset="0"/>
              <a:cs typeface="Segoe UI Semibold" panose="020B07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Segoe UI "/>
              <a:cs typeface="Segoe UI Semibold" panose="020B0702040204020203" pitchFamily="34" charset="0"/>
            </a:endParaRPr>
          </a:p>
          <a:p>
            <a:endParaRPr lang="en-GB" dirty="0"/>
          </a:p>
          <a:p>
            <a:endParaRPr lang="en-DK" dirty="0"/>
          </a:p>
        </p:txBody>
      </p:sp>
      <p:sp>
        <p:nvSpPr>
          <p:cNvPr id="4" name="Slide Number Placeholder 3"/>
          <p:cNvSpPr>
            <a:spLocks noGrp="1"/>
          </p:cNvSpPr>
          <p:nvPr>
            <p:ph type="sldNum" sz="quarter" idx="5"/>
          </p:nvPr>
        </p:nvSpPr>
        <p:spPr/>
        <p:txBody>
          <a:bodyPr/>
          <a:lstStyle/>
          <a:p>
            <a:pPr marL="0" marR="0" lvl="0" indent="0" algn="r" defTabSz="457143" rtl="0" eaLnBrk="1" fontAlgn="auto" latinLnBrk="0" hangingPunct="1">
              <a:lnSpc>
                <a:spcPct val="100000"/>
              </a:lnSpc>
              <a:spcBef>
                <a:spcPts val="0"/>
              </a:spcBef>
              <a:spcAft>
                <a:spcPts val="0"/>
              </a:spcAft>
              <a:buClrTx/>
              <a:buSzTx/>
              <a:buFontTx/>
              <a:buNone/>
              <a:tabLst/>
              <a:defRPr/>
            </a:pPr>
            <a:fld id="{13EF6AA7-B45D-4EB1-9666-E0A1C321BFE4}"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143"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42069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walk through what it really means to implement AI at scale—and do it with confidence. This isn’t just about building smart tools. It’s about making sure they’re secure, governed, efficient, and measurable.</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Secure Execution: </a:t>
            </a:r>
            <a:r>
              <a:rPr lang="en-US" sz="1200" kern="1200" dirty="0">
                <a:solidFill>
                  <a:schemeClr val="tx1"/>
                </a:solidFill>
                <a:effectLst/>
                <a:latin typeface="+mn-lt"/>
                <a:ea typeface="+mn-ea"/>
                <a:cs typeface="+mn-cs"/>
              </a:rPr>
              <a:t>First up—secure execution. We want to make sure our AI agents are running safely. That means embedding business logic directly into how they operate, so they follow the rules. And we’re putting safeguards in place to prevent data leaks or insider threats. It’s about building trust into the system from the start. We’re keeping AI secure, compliant, and manageable—without putting extra burdens on makers.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All data used by agents—whether it’s from Microsoft 365, connected systems, or unstructured sources—is protected by the same security standards as Office apps. Thanks to Dataverse, things like MIP labels and compliance rules are applied automatically, based on who or what is running the workflow.</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Security teams get real-time insights through Microsoft Purview—like spotting oversharing or sensitive data risks—without makers needing to lift a finger. Once Purview is enabled, agents inherit all the right protections. We’re also tackling AI-specific threats. Defender for Cloud Apps will soon help us catch things like prompt injection attacks as they happen.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And agent identities? Fully managed by Entra. Makers don’t need to do anything extra. It’s a seamless way to scale AI agents securely across teams and processes.</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Govern Usage: </a:t>
            </a:r>
            <a:r>
              <a:rPr lang="en-US" sz="1200" kern="1200" dirty="0">
                <a:solidFill>
                  <a:schemeClr val="tx1"/>
                </a:solidFill>
                <a:effectLst/>
                <a:latin typeface="+mn-lt"/>
                <a:ea typeface="+mn-ea"/>
                <a:cs typeface="+mn-cs"/>
              </a:rPr>
              <a:t>Next is governance. Policies aren’t just written—they’re codified. That way, every agent and app behaves ethically and consistently, by default. It’s how we make sure AI aligns with our values and compliance standards.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Managing the full lifecycle of AI-agents—sharing, blocking, and scaling—is done by using zoned governance. This helps ensure agent skills grow in a secure, controlled way. Agents and environments can be tailored to fit business needs, using connector policies that balance innovation with control.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There’s also flexibility with Copilot licensing. Convert usage into M365 Copilot seats, apply prepaid message packs across environments, and use Pay-as-you-go to drive adoption in new areas. And track usage for cross-charging and budgeting</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Operate Efficiently: </a:t>
            </a:r>
            <a:r>
              <a:rPr lang="en-US" sz="1200" kern="1200" dirty="0">
                <a:solidFill>
                  <a:schemeClr val="tx1"/>
                </a:solidFill>
                <a:effectLst/>
                <a:latin typeface="+mn-lt"/>
                <a:ea typeface="+mn-ea"/>
                <a:cs typeface="+mn-cs"/>
              </a:rPr>
              <a:t>Then there’s scale. We want to manage and optimize all our AI apps and agents from one secure control point. That gives us consistency, precision, and the ability to move fast—without losing control.</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Monitor Performance: </a:t>
            </a:r>
            <a:r>
              <a:rPr lang="en-US" sz="1200" kern="1200" dirty="0">
                <a:solidFill>
                  <a:schemeClr val="tx1"/>
                </a:solidFill>
                <a:effectLst/>
                <a:latin typeface="+mn-lt"/>
                <a:ea typeface="+mn-ea"/>
                <a:cs typeface="+mn-cs"/>
              </a:rPr>
              <a:t>And finally, we need to measure what matters. We’re tracking AI impact and KPIs in real time. Performance analytics help us spot trends, guide improvements, and make smarter decisions going forward.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Understand agent usage and consumption throughout your tenant.  Identify your top agents, see agent usage by groups and identify areas of opportunities to drive further adoption.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Monitor productivity changes and time savings in your org and account for how Copilot adoption is enhancing your digital transformation.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Understand the business impact of agents with the ability to bring in your business metrics and see how they relate to agent usage so you can measure business value and ROI.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So when we say ‘AI operationalization done right,’ we mean secure by design, integrated by default—and built to scale with confidence. Now it’s easier than ever to unify and operationalize knowledge across your Microsoft agent ecosystem.</a:t>
            </a:r>
            <a:endParaRPr lang="en-US" sz="1200" b="0" i="0" kern="1200" dirty="0">
              <a:solidFill>
                <a:schemeClr val="tx1"/>
              </a:solidFill>
              <a:effectLst/>
              <a:latin typeface="+mn-lt"/>
              <a:ea typeface="Calibri"/>
              <a:cs typeface="Calibri"/>
            </a:endParaRPr>
          </a:p>
          <a:p>
            <a:endParaRPr lang="en-DK" dirty="0"/>
          </a:p>
        </p:txBody>
      </p:sp>
      <p:sp>
        <p:nvSpPr>
          <p:cNvPr id="4" name="Slide Number Placeholder 3"/>
          <p:cNvSpPr>
            <a:spLocks noGrp="1"/>
          </p:cNvSpPr>
          <p:nvPr>
            <p:ph type="sldNum" sz="quarter" idx="5"/>
          </p:nvPr>
        </p:nvSpPr>
        <p:spPr/>
        <p:txBody>
          <a:bodyPr/>
          <a:lstStyle/>
          <a:p>
            <a:pPr marL="0" marR="0" lvl="0" indent="0" algn="r" defTabSz="457143" rtl="0" eaLnBrk="1" fontAlgn="auto" latinLnBrk="0" hangingPunct="1">
              <a:lnSpc>
                <a:spcPct val="100000"/>
              </a:lnSpc>
              <a:spcBef>
                <a:spcPts val="0"/>
              </a:spcBef>
              <a:spcAft>
                <a:spcPts val="0"/>
              </a:spcAft>
              <a:buClrTx/>
              <a:buSzTx/>
              <a:buFontTx/>
              <a:buNone/>
              <a:tabLst/>
              <a:defRPr/>
            </a:pPr>
            <a:fld id="{13EF6AA7-B45D-4EB1-9666-E0A1C321BFE4}"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143"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22456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40064" y="530270"/>
            <a:ext cx="8640366" cy="1128031"/>
          </a:xfrm>
        </p:spPr>
        <p:txBody>
          <a:bodyPr anchor="b"/>
          <a:lstStyle>
            <a:lvl1pPr algn="ctr">
              <a:defRPr sz="2835"/>
            </a:lvl1pPr>
          </a:lstStyle>
          <a:p>
            <a:r>
              <a:rPr lang="en-US"/>
              <a:t>Click to edit Master title style</a:t>
            </a:r>
            <a:endParaRPr lang="en-US" dirty="0"/>
          </a:p>
        </p:txBody>
      </p:sp>
      <p:sp>
        <p:nvSpPr>
          <p:cNvPr id="3" name="Subtitle 2"/>
          <p:cNvSpPr>
            <a:spLocks noGrp="1"/>
          </p:cNvSpPr>
          <p:nvPr>
            <p:ph type="subTitle" idx="1"/>
          </p:nvPr>
        </p:nvSpPr>
        <p:spPr>
          <a:xfrm>
            <a:off x="1440064" y="1701802"/>
            <a:ext cx="8640366" cy="782271"/>
          </a:xfrm>
        </p:spPr>
        <p:txBody>
          <a:bodyPr/>
          <a:lstStyle>
            <a:lvl1pPr marL="0" indent="0" algn="ctr">
              <a:buNone/>
              <a:defRPr sz="1134"/>
            </a:lvl1pPr>
            <a:lvl2pPr marL="216026" indent="0" algn="ctr">
              <a:buNone/>
              <a:defRPr sz="945"/>
            </a:lvl2pPr>
            <a:lvl3pPr marL="432046" indent="0" algn="ctr">
              <a:buNone/>
              <a:defRPr sz="851"/>
            </a:lvl3pPr>
            <a:lvl4pPr marL="648069" indent="0" algn="ctr">
              <a:buNone/>
              <a:defRPr sz="756"/>
            </a:lvl4pPr>
            <a:lvl5pPr marL="864090" indent="0" algn="ctr">
              <a:buNone/>
              <a:defRPr sz="756"/>
            </a:lvl5pPr>
            <a:lvl6pPr marL="1080112" indent="0" algn="ctr">
              <a:buNone/>
              <a:defRPr sz="756"/>
            </a:lvl6pPr>
            <a:lvl7pPr marL="1296135" indent="0" algn="ctr">
              <a:buNone/>
              <a:defRPr sz="756"/>
            </a:lvl7pPr>
            <a:lvl8pPr marL="1512159" indent="0" algn="ctr">
              <a:buNone/>
              <a:defRPr sz="756"/>
            </a:lvl8pPr>
            <a:lvl9pPr marL="1728182" indent="0" algn="ctr">
              <a:buNone/>
              <a:defRPr sz="756"/>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91A237-914D-4577-ADA0-EA2C918FB7CD}" type="datetimeFigureOut">
              <a:rPr lang="en-GB" smtClean="0"/>
              <a:t>04/11/2025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0BA2CF4-3132-4798-B469-7CE11DADD66C}" type="slidenum">
              <a:rPr lang="en-GB" smtClean="0"/>
              <a:t>‹#›</a:t>
            </a:fld>
            <a:endParaRPr lang="en-GB"/>
          </a:p>
        </p:txBody>
      </p:sp>
    </p:spTree>
    <p:extLst>
      <p:ext uri="{BB962C8B-B14F-4D97-AF65-F5344CB8AC3E}">
        <p14:creationId xmlns:p14="http://schemas.microsoft.com/office/powerpoint/2010/main" val="31845031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91A237-914D-4577-ADA0-EA2C918FB7CD}" type="datetimeFigureOut">
              <a:rPr lang="en-GB" smtClean="0"/>
              <a:t>04/11/2025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0BA2CF4-3132-4798-B469-7CE11DADD66C}" type="slidenum">
              <a:rPr lang="en-GB" smtClean="0"/>
              <a:t>‹#›</a:t>
            </a:fld>
            <a:endParaRPr lang="en-GB"/>
          </a:p>
        </p:txBody>
      </p:sp>
    </p:spTree>
    <p:extLst>
      <p:ext uri="{BB962C8B-B14F-4D97-AF65-F5344CB8AC3E}">
        <p14:creationId xmlns:p14="http://schemas.microsoft.com/office/powerpoint/2010/main" val="3913680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6039" y="807773"/>
            <a:ext cx="9936421" cy="1347786"/>
          </a:xfrm>
        </p:spPr>
        <p:txBody>
          <a:bodyPr anchor="b"/>
          <a:lstStyle>
            <a:lvl1pPr>
              <a:defRPr sz="2835"/>
            </a:lvl1pPr>
          </a:lstStyle>
          <a:p>
            <a:r>
              <a:rPr lang="en-US"/>
              <a:t>Click to edit Master title style</a:t>
            </a:r>
            <a:endParaRPr lang="en-US" dirty="0"/>
          </a:p>
        </p:txBody>
      </p:sp>
      <p:sp>
        <p:nvSpPr>
          <p:cNvPr id="3" name="Text Placeholder 2"/>
          <p:cNvSpPr>
            <a:spLocks noGrp="1"/>
          </p:cNvSpPr>
          <p:nvPr>
            <p:ph type="body" idx="1"/>
          </p:nvPr>
        </p:nvSpPr>
        <p:spPr>
          <a:xfrm>
            <a:off x="786039" y="2168315"/>
            <a:ext cx="9936421" cy="708769"/>
          </a:xfrm>
        </p:spPr>
        <p:txBody>
          <a:bodyPr/>
          <a:lstStyle>
            <a:lvl1pPr marL="0" indent="0">
              <a:buNone/>
              <a:defRPr sz="1134">
                <a:solidFill>
                  <a:schemeClr val="tx1">
                    <a:tint val="75000"/>
                  </a:schemeClr>
                </a:solidFill>
              </a:defRPr>
            </a:lvl1pPr>
            <a:lvl2pPr marL="216026" indent="0">
              <a:buNone/>
              <a:defRPr sz="945">
                <a:solidFill>
                  <a:schemeClr val="tx1">
                    <a:tint val="75000"/>
                  </a:schemeClr>
                </a:solidFill>
              </a:defRPr>
            </a:lvl2pPr>
            <a:lvl3pPr marL="432046" indent="0">
              <a:buNone/>
              <a:defRPr sz="851">
                <a:solidFill>
                  <a:schemeClr val="tx1">
                    <a:tint val="75000"/>
                  </a:schemeClr>
                </a:solidFill>
              </a:defRPr>
            </a:lvl3pPr>
            <a:lvl4pPr marL="648069" indent="0">
              <a:buNone/>
              <a:defRPr sz="756">
                <a:solidFill>
                  <a:schemeClr val="tx1">
                    <a:tint val="75000"/>
                  </a:schemeClr>
                </a:solidFill>
              </a:defRPr>
            </a:lvl4pPr>
            <a:lvl5pPr marL="864090" indent="0">
              <a:buNone/>
              <a:defRPr sz="756">
                <a:solidFill>
                  <a:schemeClr val="tx1">
                    <a:tint val="75000"/>
                  </a:schemeClr>
                </a:solidFill>
              </a:defRPr>
            </a:lvl5pPr>
            <a:lvl6pPr marL="1080112" indent="0">
              <a:buNone/>
              <a:defRPr sz="756">
                <a:solidFill>
                  <a:schemeClr val="tx1">
                    <a:tint val="75000"/>
                  </a:schemeClr>
                </a:solidFill>
              </a:defRPr>
            </a:lvl6pPr>
            <a:lvl7pPr marL="1296135" indent="0">
              <a:buNone/>
              <a:defRPr sz="756">
                <a:solidFill>
                  <a:schemeClr val="tx1">
                    <a:tint val="75000"/>
                  </a:schemeClr>
                </a:solidFill>
              </a:defRPr>
            </a:lvl7pPr>
            <a:lvl8pPr marL="1512159" indent="0">
              <a:buNone/>
              <a:defRPr sz="756">
                <a:solidFill>
                  <a:schemeClr val="tx1">
                    <a:tint val="75000"/>
                  </a:schemeClr>
                </a:solidFill>
              </a:defRPr>
            </a:lvl8pPr>
            <a:lvl9pPr marL="1728182" indent="0">
              <a:buNone/>
              <a:defRPr sz="756">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91A237-914D-4577-ADA0-EA2C918FB7CD}" type="datetimeFigureOut">
              <a:rPr lang="en-GB" smtClean="0"/>
              <a:t>04/11/2025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0BA2CF4-3132-4798-B469-7CE11DADD66C}" type="slidenum">
              <a:rPr lang="en-GB" smtClean="0"/>
              <a:t>‹#›</a:t>
            </a:fld>
            <a:endParaRPr lang="en-GB"/>
          </a:p>
        </p:txBody>
      </p:sp>
    </p:spTree>
    <p:extLst>
      <p:ext uri="{BB962C8B-B14F-4D97-AF65-F5344CB8AC3E}">
        <p14:creationId xmlns:p14="http://schemas.microsoft.com/office/powerpoint/2010/main" val="3405414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92035" y="862523"/>
            <a:ext cx="4896207" cy="2055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32247" y="862523"/>
            <a:ext cx="4896207" cy="2055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91A237-914D-4577-ADA0-EA2C918FB7CD}" type="datetimeFigureOut">
              <a:rPr lang="en-GB" smtClean="0"/>
              <a:t>04/11/2025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0BA2CF4-3132-4798-B469-7CE11DADD66C}" type="slidenum">
              <a:rPr lang="en-GB" smtClean="0"/>
              <a:t>‹#›</a:t>
            </a:fld>
            <a:endParaRPr lang="en-GB"/>
          </a:p>
        </p:txBody>
      </p:sp>
    </p:spTree>
    <p:extLst>
      <p:ext uri="{BB962C8B-B14F-4D97-AF65-F5344CB8AC3E}">
        <p14:creationId xmlns:p14="http://schemas.microsoft.com/office/powerpoint/2010/main" val="3900122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93540" y="172511"/>
            <a:ext cx="9936421" cy="626267"/>
          </a:xfrm>
        </p:spPr>
        <p:txBody>
          <a:bodyPr/>
          <a:lstStyle/>
          <a:p>
            <a:r>
              <a:rPr lang="en-US"/>
              <a:t>Click to edit Master title style</a:t>
            </a:r>
            <a:endParaRPr lang="en-US" dirty="0"/>
          </a:p>
        </p:txBody>
      </p:sp>
      <p:sp>
        <p:nvSpPr>
          <p:cNvPr id="3" name="Text Placeholder 2"/>
          <p:cNvSpPr>
            <a:spLocks noGrp="1"/>
          </p:cNvSpPr>
          <p:nvPr>
            <p:ph type="body" idx="1"/>
          </p:nvPr>
        </p:nvSpPr>
        <p:spPr>
          <a:xfrm>
            <a:off x="793535" y="794272"/>
            <a:ext cx="4873706" cy="389260"/>
          </a:xfrm>
        </p:spPr>
        <p:txBody>
          <a:bodyPr anchor="b"/>
          <a:lstStyle>
            <a:lvl1pPr marL="0" indent="0">
              <a:buNone/>
              <a:defRPr sz="1134" b="1"/>
            </a:lvl1pPr>
            <a:lvl2pPr marL="216026" indent="0">
              <a:buNone/>
              <a:defRPr sz="945" b="1"/>
            </a:lvl2pPr>
            <a:lvl3pPr marL="432046" indent="0">
              <a:buNone/>
              <a:defRPr sz="851" b="1"/>
            </a:lvl3pPr>
            <a:lvl4pPr marL="648069" indent="0">
              <a:buNone/>
              <a:defRPr sz="756" b="1"/>
            </a:lvl4pPr>
            <a:lvl5pPr marL="864090" indent="0">
              <a:buNone/>
              <a:defRPr sz="756" b="1"/>
            </a:lvl5pPr>
            <a:lvl6pPr marL="1080112" indent="0">
              <a:buNone/>
              <a:defRPr sz="756" b="1"/>
            </a:lvl6pPr>
            <a:lvl7pPr marL="1296135" indent="0">
              <a:buNone/>
              <a:defRPr sz="756" b="1"/>
            </a:lvl7pPr>
            <a:lvl8pPr marL="1512159" indent="0">
              <a:buNone/>
              <a:defRPr sz="756" b="1"/>
            </a:lvl8pPr>
            <a:lvl9pPr marL="1728182" indent="0">
              <a:buNone/>
              <a:defRPr sz="756" b="1"/>
            </a:lvl9pPr>
          </a:lstStyle>
          <a:p>
            <a:pPr lvl="0"/>
            <a:r>
              <a:rPr lang="en-US"/>
              <a:t>Click to edit Master text styles</a:t>
            </a:r>
          </a:p>
        </p:txBody>
      </p:sp>
      <p:sp>
        <p:nvSpPr>
          <p:cNvPr id="4" name="Content Placeholder 3"/>
          <p:cNvSpPr>
            <a:spLocks noGrp="1"/>
          </p:cNvSpPr>
          <p:nvPr>
            <p:ph sz="half" idx="2"/>
          </p:nvPr>
        </p:nvSpPr>
        <p:spPr>
          <a:xfrm>
            <a:off x="793535" y="1183532"/>
            <a:ext cx="4873706" cy="17407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32248" y="794272"/>
            <a:ext cx="4897708" cy="389260"/>
          </a:xfrm>
        </p:spPr>
        <p:txBody>
          <a:bodyPr anchor="b"/>
          <a:lstStyle>
            <a:lvl1pPr marL="0" indent="0">
              <a:buNone/>
              <a:defRPr sz="1134" b="1"/>
            </a:lvl1pPr>
            <a:lvl2pPr marL="216026" indent="0">
              <a:buNone/>
              <a:defRPr sz="945" b="1"/>
            </a:lvl2pPr>
            <a:lvl3pPr marL="432046" indent="0">
              <a:buNone/>
              <a:defRPr sz="851" b="1"/>
            </a:lvl3pPr>
            <a:lvl4pPr marL="648069" indent="0">
              <a:buNone/>
              <a:defRPr sz="756" b="1"/>
            </a:lvl4pPr>
            <a:lvl5pPr marL="864090" indent="0">
              <a:buNone/>
              <a:defRPr sz="756" b="1"/>
            </a:lvl5pPr>
            <a:lvl6pPr marL="1080112" indent="0">
              <a:buNone/>
              <a:defRPr sz="756" b="1"/>
            </a:lvl6pPr>
            <a:lvl7pPr marL="1296135" indent="0">
              <a:buNone/>
              <a:defRPr sz="756" b="1"/>
            </a:lvl7pPr>
            <a:lvl8pPr marL="1512159" indent="0">
              <a:buNone/>
              <a:defRPr sz="756" b="1"/>
            </a:lvl8pPr>
            <a:lvl9pPr marL="1728182" indent="0">
              <a:buNone/>
              <a:defRPr sz="756" b="1"/>
            </a:lvl9pPr>
          </a:lstStyle>
          <a:p>
            <a:pPr lvl="0"/>
            <a:r>
              <a:rPr lang="en-US"/>
              <a:t>Click to edit Master text styles</a:t>
            </a:r>
          </a:p>
        </p:txBody>
      </p:sp>
      <p:sp>
        <p:nvSpPr>
          <p:cNvPr id="6" name="Content Placeholder 5"/>
          <p:cNvSpPr>
            <a:spLocks noGrp="1"/>
          </p:cNvSpPr>
          <p:nvPr>
            <p:ph sz="quarter" idx="4"/>
          </p:nvPr>
        </p:nvSpPr>
        <p:spPr>
          <a:xfrm>
            <a:off x="5832248" y="1183532"/>
            <a:ext cx="4897708" cy="17407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91A237-914D-4577-ADA0-EA2C918FB7CD}" type="datetimeFigureOut">
              <a:rPr lang="en-GB" smtClean="0"/>
              <a:t>04/11/2025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0BA2CF4-3132-4798-B469-7CE11DADD66C}" type="slidenum">
              <a:rPr lang="en-GB" smtClean="0"/>
              <a:t>‹#›</a:t>
            </a:fld>
            <a:endParaRPr lang="en-GB"/>
          </a:p>
        </p:txBody>
      </p:sp>
    </p:spTree>
    <p:extLst>
      <p:ext uri="{BB962C8B-B14F-4D97-AF65-F5344CB8AC3E}">
        <p14:creationId xmlns:p14="http://schemas.microsoft.com/office/powerpoint/2010/main" val="2594137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91A237-914D-4577-ADA0-EA2C918FB7CD}" type="datetimeFigureOut">
              <a:rPr lang="en-GB" smtClean="0"/>
              <a:t>04/11/2025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0BA2CF4-3132-4798-B469-7CE11DADD66C}" type="slidenum">
              <a:rPr lang="en-GB" smtClean="0"/>
              <a:t>‹#›</a:t>
            </a:fld>
            <a:endParaRPr lang="en-GB"/>
          </a:p>
        </p:txBody>
      </p:sp>
    </p:spTree>
    <p:extLst>
      <p:ext uri="{BB962C8B-B14F-4D97-AF65-F5344CB8AC3E}">
        <p14:creationId xmlns:p14="http://schemas.microsoft.com/office/powerpoint/2010/main" val="2026848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91A237-914D-4577-ADA0-EA2C918FB7CD}" type="datetimeFigureOut">
              <a:rPr lang="en-GB" smtClean="0"/>
              <a:t>04/11/2025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0BA2CF4-3132-4798-B469-7CE11DADD66C}" type="slidenum">
              <a:rPr lang="en-GB" smtClean="0"/>
              <a:t>‹#›</a:t>
            </a:fld>
            <a:endParaRPr lang="en-GB"/>
          </a:p>
        </p:txBody>
      </p:sp>
    </p:spTree>
    <p:extLst>
      <p:ext uri="{BB962C8B-B14F-4D97-AF65-F5344CB8AC3E}">
        <p14:creationId xmlns:p14="http://schemas.microsoft.com/office/powerpoint/2010/main" val="22931024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93541" y="216012"/>
            <a:ext cx="3715657" cy="756021"/>
          </a:xfrm>
        </p:spPr>
        <p:txBody>
          <a:bodyPr anchor="b"/>
          <a:lstStyle>
            <a:lvl1pPr>
              <a:defRPr sz="1512"/>
            </a:lvl1pPr>
          </a:lstStyle>
          <a:p>
            <a:r>
              <a:rPr lang="en-US"/>
              <a:t>Click to edit Master title style</a:t>
            </a:r>
            <a:endParaRPr lang="en-US" dirty="0"/>
          </a:p>
        </p:txBody>
      </p:sp>
      <p:sp>
        <p:nvSpPr>
          <p:cNvPr id="3" name="Content Placeholder 2"/>
          <p:cNvSpPr>
            <a:spLocks noGrp="1"/>
          </p:cNvSpPr>
          <p:nvPr>
            <p:ph idx="1"/>
          </p:nvPr>
        </p:nvSpPr>
        <p:spPr>
          <a:xfrm>
            <a:off x="4897714" y="466513"/>
            <a:ext cx="5832247" cy="2302563"/>
          </a:xfrm>
        </p:spPr>
        <p:txBody>
          <a:bodyPr/>
          <a:lstStyle>
            <a:lvl1pPr>
              <a:defRPr sz="1512"/>
            </a:lvl1pPr>
            <a:lvl2pPr>
              <a:defRPr sz="1323"/>
            </a:lvl2pPr>
            <a:lvl3pPr>
              <a:defRPr sz="1134"/>
            </a:lvl3pPr>
            <a:lvl4pPr>
              <a:defRPr sz="945"/>
            </a:lvl4pPr>
            <a:lvl5pPr>
              <a:defRPr sz="945"/>
            </a:lvl5pPr>
            <a:lvl6pPr>
              <a:defRPr sz="945"/>
            </a:lvl6pPr>
            <a:lvl7pPr>
              <a:defRPr sz="945"/>
            </a:lvl7pPr>
            <a:lvl8pPr>
              <a:defRPr sz="945"/>
            </a:lvl8pPr>
            <a:lvl9pPr>
              <a:defRPr sz="94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93541" y="972028"/>
            <a:ext cx="3715657" cy="1800799"/>
          </a:xfrm>
        </p:spPr>
        <p:txBody>
          <a:bodyPr/>
          <a:lstStyle>
            <a:lvl1pPr marL="0" indent="0">
              <a:buNone/>
              <a:defRPr sz="756"/>
            </a:lvl1pPr>
            <a:lvl2pPr marL="216026" indent="0">
              <a:buNone/>
              <a:defRPr sz="662"/>
            </a:lvl2pPr>
            <a:lvl3pPr marL="432046" indent="0">
              <a:buNone/>
              <a:defRPr sz="567"/>
            </a:lvl3pPr>
            <a:lvl4pPr marL="648069" indent="0">
              <a:buNone/>
              <a:defRPr sz="472"/>
            </a:lvl4pPr>
            <a:lvl5pPr marL="864090" indent="0">
              <a:buNone/>
              <a:defRPr sz="472"/>
            </a:lvl5pPr>
            <a:lvl6pPr marL="1080112" indent="0">
              <a:buNone/>
              <a:defRPr sz="472"/>
            </a:lvl6pPr>
            <a:lvl7pPr marL="1296135" indent="0">
              <a:buNone/>
              <a:defRPr sz="472"/>
            </a:lvl7pPr>
            <a:lvl8pPr marL="1512159" indent="0">
              <a:buNone/>
              <a:defRPr sz="472"/>
            </a:lvl8pPr>
            <a:lvl9pPr marL="1728182" indent="0">
              <a:buNone/>
              <a:defRPr sz="472"/>
            </a:lvl9pPr>
          </a:lstStyle>
          <a:p>
            <a:pPr lvl="0"/>
            <a:r>
              <a:rPr lang="en-US"/>
              <a:t>Click to edit Master text styles</a:t>
            </a:r>
          </a:p>
        </p:txBody>
      </p:sp>
      <p:sp>
        <p:nvSpPr>
          <p:cNvPr id="5" name="Date Placeholder 4"/>
          <p:cNvSpPr>
            <a:spLocks noGrp="1"/>
          </p:cNvSpPr>
          <p:nvPr>
            <p:ph type="dt" sz="half" idx="10"/>
          </p:nvPr>
        </p:nvSpPr>
        <p:spPr/>
        <p:txBody>
          <a:bodyPr/>
          <a:lstStyle/>
          <a:p>
            <a:fld id="{C791A237-914D-4577-ADA0-EA2C918FB7CD}" type="datetimeFigureOut">
              <a:rPr lang="en-GB" smtClean="0"/>
              <a:t>04/11/2025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0BA2CF4-3132-4798-B469-7CE11DADD66C}" type="slidenum">
              <a:rPr lang="en-GB" smtClean="0"/>
              <a:t>‹#›</a:t>
            </a:fld>
            <a:endParaRPr lang="en-GB"/>
          </a:p>
        </p:txBody>
      </p:sp>
    </p:spTree>
    <p:extLst>
      <p:ext uri="{BB962C8B-B14F-4D97-AF65-F5344CB8AC3E}">
        <p14:creationId xmlns:p14="http://schemas.microsoft.com/office/powerpoint/2010/main" val="31847485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93541" y="216012"/>
            <a:ext cx="3715657" cy="756021"/>
          </a:xfrm>
        </p:spPr>
        <p:txBody>
          <a:bodyPr anchor="b"/>
          <a:lstStyle>
            <a:lvl1pPr>
              <a:defRPr sz="1512"/>
            </a:lvl1pPr>
          </a:lstStyle>
          <a:p>
            <a:r>
              <a:rPr lang="en-US"/>
              <a:t>Click to edit Master title style</a:t>
            </a:r>
            <a:endParaRPr lang="en-US" dirty="0"/>
          </a:p>
        </p:txBody>
      </p:sp>
      <p:sp>
        <p:nvSpPr>
          <p:cNvPr id="3" name="Picture Placeholder 2"/>
          <p:cNvSpPr>
            <a:spLocks noGrp="1" noChangeAspect="1"/>
          </p:cNvSpPr>
          <p:nvPr>
            <p:ph type="pic" idx="1"/>
          </p:nvPr>
        </p:nvSpPr>
        <p:spPr>
          <a:xfrm>
            <a:off x="4897714" y="466513"/>
            <a:ext cx="5832247" cy="2302563"/>
          </a:xfrm>
        </p:spPr>
        <p:txBody>
          <a:bodyPr anchor="t"/>
          <a:lstStyle>
            <a:lvl1pPr marL="0" indent="0">
              <a:buNone/>
              <a:defRPr sz="1512"/>
            </a:lvl1pPr>
            <a:lvl2pPr marL="216026" indent="0">
              <a:buNone/>
              <a:defRPr sz="1323"/>
            </a:lvl2pPr>
            <a:lvl3pPr marL="432046" indent="0">
              <a:buNone/>
              <a:defRPr sz="1134"/>
            </a:lvl3pPr>
            <a:lvl4pPr marL="648069" indent="0">
              <a:buNone/>
              <a:defRPr sz="945"/>
            </a:lvl4pPr>
            <a:lvl5pPr marL="864090" indent="0">
              <a:buNone/>
              <a:defRPr sz="945"/>
            </a:lvl5pPr>
            <a:lvl6pPr marL="1080112" indent="0">
              <a:buNone/>
              <a:defRPr sz="945"/>
            </a:lvl6pPr>
            <a:lvl7pPr marL="1296135" indent="0">
              <a:buNone/>
              <a:defRPr sz="945"/>
            </a:lvl7pPr>
            <a:lvl8pPr marL="1512159" indent="0">
              <a:buNone/>
              <a:defRPr sz="945"/>
            </a:lvl8pPr>
            <a:lvl9pPr marL="1728182" indent="0">
              <a:buNone/>
              <a:defRPr sz="945"/>
            </a:lvl9pPr>
          </a:lstStyle>
          <a:p>
            <a:r>
              <a:rPr lang="en-US"/>
              <a:t>Click icon to add picture</a:t>
            </a:r>
            <a:endParaRPr lang="en-US" dirty="0"/>
          </a:p>
        </p:txBody>
      </p:sp>
      <p:sp>
        <p:nvSpPr>
          <p:cNvPr id="4" name="Text Placeholder 3"/>
          <p:cNvSpPr>
            <a:spLocks noGrp="1"/>
          </p:cNvSpPr>
          <p:nvPr>
            <p:ph type="body" sz="half" idx="2"/>
          </p:nvPr>
        </p:nvSpPr>
        <p:spPr>
          <a:xfrm>
            <a:off x="793541" y="972028"/>
            <a:ext cx="3715657" cy="1800799"/>
          </a:xfrm>
        </p:spPr>
        <p:txBody>
          <a:bodyPr/>
          <a:lstStyle>
            <a:lvl1pPr marL="0" indent="0">
              <a:buNone/>
              <a:defRPr sz="756"/>
            </a:lvl1pPr>
            <a:lvl2pPr marL="216026" indent="0">
              <a:buNone/>
              <a:defRPr sz="662"/>
            </a:lvl2pPr>
            <a:lvl3pPr marL="432046" indent="0">
              <a:buNone/>
              <a:defRPr sz="567"/>
            </a:lvl3pPr>
            <a:lvl4pPr marL="648069" indent="0">
              <a:buNone/>
              <a:defRPr sz="472"/>
            </a:lvl4pPr>
            <a:lvl5pPr marL="864090" indent="0">
              <a:buNone/>
              <a:defRPr sz="472"/>
            </a:lvl5pPr>
            <a:lvl6pPr marL="1080112" indent="0">
              <a:buNone/>
              <a:defRPr sz="472"/>
            </a:lvl6pPr>
            <a:lvl7pPr marL="1296135" indent="0">
              <a:buNone/>
              <a:defRPr sz="472"/>
            </a:lvl7pPr>
            <a:lvl8pPr marL="1512159" indent="0">
              <a:buNone/>
              <a:defRPr sz="472"/>
            </a:lvl8pPr>
            <a:lvl9pPr marL="1728182" indent="0">
              <a:buNone/>
              <a:defRPr sz="472"/>
            </a:lvl9pPr>
          </a:lstStyle>
          <a:p>
            <a:pPr lvl="0"/>
            <a:r>
              <a:rPr lang="en-US"/>
              <a:t>Click to edit Master text styles</a:t>
            </a:r>
          </a:p>
        </p:txBody>
      </p:sp>
      <p:sp>
        <p:nvSpPr>
          <p:cNvPr id="5" name="Date Placeholder 4"/>
          <p:cNvSpPr>
            <a:spLocks noGrp="1"/>
          </p:cNvSpPr>
          <p:nvPr>
            <p:ph type="dt" sz="half" idx="10"/>
          </p:nvPr>
        </p:nvSpPr>
        <p:spPr/>
        <p:txBody>
          <a:bodyPr/>
          <a:lstStyle/>
          <a:p>
            <a:fld id="{C791A237-914D-4577-ADA0-EA2C918FB7CD}" type="datetimeFigureOut">
              <a:rPr lang="en-GB" smtClean="0"/>
              <a:t>04/11/2025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0BA2CF4-3132-4798-B469-7CE11DADD66C}" type="slidenum">
              <a:rPr lang="en-GB" smtClean="0"/>
              <a:t>‹#›</a:t>
            </a:fld>
            <a:endParaRPr lang="en-GB"/>
          </a:p>
        </p:txBody>
      </p:sp>
    </p:spTree>
    <p:extLst>
      <p:ext uri="{BB962C8B-B14F-4D97-AF65-F5344CB8AC3E}">
        <p14:creationId xmlns:p14="http://schemas.microsoft.com/office/powerpoint/2010/main" val="4234415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91A237-914D-4577-ADA0-EA2C918FB7CD}" type="datetimeFigureOut">
              <a:rPr lang="en-GB" smtClean="0"/>
              <a:t>04/11/2025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0BA2CF4-3132-4798-B469-7CE11DADD66C}" type="slidenum">
              <a:rPr lang="en-GB" smtClean="0"/>
              <a:t>‹#›</a:t>
            </a:fld>
            <a:endParaRPr lang="en-GB"/>
          </a:p>
        </p:txBody>
      </p:sp>
    </p:spTree>
    <p:extLst>
      <p:ext uri="{BB962C8B-B14F-4D97-AF65-F5344CB8AC3E}">
        <p14:creationId xmlns:p14="http://schemas.microsoft.com/office/powerpoint/2010/main" val="2703086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244355" y="172511"/>
            <a:ext cx="2484105" cy="27458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92034" y="172511"/>
            <a:ext cx="7308310" cy="27458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91A237-914D-4577-ADA0-EA2C918FB7CD}" type="datetimeFigureOut">
              <a:rPr lang="en-GB" smtClean="0"/>
              <a:t>04/11/2025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0BA2CF4-3132-4798-B469-7CE11DADD66C}" type="slidenum">
              <a:rPr lang="en-GB" smtClean="0"/>
              <a:t>‹#›</a:t>
            </a:fld>
            <a:endParaRPr lang="en-GB"/>
          </a:p>
        </p:txBody>
      </p:sp>
    </p:spTree>
    <p:extLst>
      <p:ext uri="{BB962C8B-B14F-4D97-AF65-F5344CB8AC3E}">
        <p14:creationId xmlns:p14="http://schemas.microsoft.com/office/powerpoint/2010/main" val="2499382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92040" y="172511"/>
            <a:ext cx="9936421" cy="62626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92040" y="862523"/>
            <a:ext cx="9936421" cy="20558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2034" y="3003088"/>
            <a:ext cx="2592110" cy="172505"/>
          </a:xfrm>
          <a:prstGeom prst="rect">
            <a:avLst/>
          </a:prstGeom>
        </p:spPr>
        <p:txBody>
          <a:bodyPr vert="horz" lIns="91440" tIns="45720" rIns="91440" bIns="45720" rtlCol="0" anchor="ctr"/>
          <a:lstStyle>
            <a:lvl1pPr algn="l">
              <a:defRPr sz="567">
                <a:solidFill>
                  <a:schemeClr val="tx1">
                    <a:tint val="75000"/>
                  </a:schemeClr>
                </a:solidFill>
              </a:defRPr>
            </a:lvl1pPr>
          </a:lstStyle>
          <a:p>
            <a:fld id="{C791A237-914D-4577-ADA0-EA2C918FB7CD}" type="datetimeFigureOut">
              <a:rPr lang="en-GB" smtClean="0"/>
              <a:t>04/11/2025</a:t>
            </a:fld>
            <a:endParaRPr lang="en-GB"/>
          </a:p>
        </p:txBody>
      </p:sp>
      <p:sp>
        <p:nvSpPr>
          <p:cNvPr id="5" name="Footer Placeholder 4"/>
          <p:cNvSpPr>
            <a:spLocks noGrp="1"/>
          </p:cNvSpPr>
          <p:nvPr>
            <p:ph type="ftr" sz="quarter" idx="3"/>
          </p:nvPr>
        </p:nvSpPr>
        <p:spPr>
          <a:xfrm>
            <a:off x="3816168" y="3003088"/>
            <a:ext cx="3888165" cy="172505"/>
          </a:xfrm>
          <a:prstGeom prst="rect">
            <a:avLst/>
          </a:prstGeom>
        </p:spPr>
        <p:txBody>
          <a:bodyPr vert="horz" lIns="91440" tIns="45720" rIns="91440" bIns="45720" rtlCol="0" anchor="ctr"/>
          <a:lstStyle>
            <a:lvl1pPr algn="ctr">
              <a:defRPr sz="567">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136345" y="3003088"/>
            <a:ext cx="2592110" cy="172505"/>
          </a:xfrm>
          <a:prstGeom prst="rect">
            <a:avLst/>
          </a:prstGeom>
        </p:spPr>
        <p:txBody>
          <a:bodyPr vert="horz" lIns="91440" tIns="45720" rIns="91440" bIns="45720" rtlCol="0" anchor="ctr"/>
          <a:lstStyle>
            <a:lvl1pPr algn="r">
              <a:defRPr sz="567">
                <a:solidFill>
                  <a:schemeClr val="tx1">
                    <a:tint val="75000"/>
                  </a:schemeClr>
                </a:solidFill>
              </a:defRPr>
            </a:lvl1pPr>
          </a:lstStyle>
          <a:p>
            <a:fld id="{10BA2CF4-3132-4798-B469-7CE11DADD66C}" type="slidenum">
              <a:rPr lang="en-GB" smtClean="0"/>
              <a:t>‹#›</a:t>
            </a:fld>
            <a:endParaRPr lang="en-GB"/>
          </a:p>
        </p:txBody>
      </p:sp>
      <p:sp>
        <p:nvSpPr>
          <p:cNvPr id="7" name="Rectangle 6">
            <a:extLst>
              <a:ext uri="{FF2B5EF4-FFF2-40B4-BE49-F238E27FC236}">
                <a16:creationId xmlns:a16="http://schemas.microsoft.com/office/drawing/2014/main" id="{8D3067DC-3F0A-708C-6708-11CC059BF223}"/>
              </a:ext>
            </a:extLst>
          </p:cNvPr>
          <p:cNvSpPr/>
          <p:nvPr userDrawn="1"/>
        </p:nvSpPr>
        <p:spPr>
          <a:xfrm>
            <a:off x="2880244" y="-429307"/>
            <a:ext cx="5760000" cy="420579"/>
          </a:xfrm>
          <a:prstGeom prst="rect">
            <a:avLst/>
          </a:prstGeom>
          <a:solidFill>
            <a:srgbClr val="00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GB" sz="700" kern="500" dirty="0">
                <a:solidFill>
                  <a:schemeClr val="tx1"/>
                </a:solidFill>
                <a:latin typeface="Segoe UI Semibold" panose="020B0702040204020203" pitchFamily="34" charset="0"/>
                <a:ea typeface="Microsoft YaHei Light" panose="020B0502040204020203" pitchFamily="34" charset="-122"/>
                <a:cs typeface="Segoe UI Semibold" panose="020B0702040204020203" pitchFamily="34" charset="0"/>
              </a:rPr>
              <a:t>This the right-most portion of the wall which will be shown to remote attendees on Teams by default</a:t>
            </a:r>
          </a:p>
        </p:txBody>
      </p:sp>
      <p:sp>
        <p:nvSpPr>
          <p:cNvPr id="8" name="Rectangle 7">
            <a:extLst>
              <a:ext uri="{FF2B5EF4-FFF2-40B4-BE49-F238E27FC236}">
                <a16:creationId xmlns:a16="http://schemas.microsoft.com/office/drawing/2014/main" id="{0D5BF283-8F04-0211-D961-9D565F3E9B47}"/>
              </a:ext>
            </a:extLst>
          </p:cNvPr>
          <p:cNvSpPr/>
          <p:nvPr userDrawn="1"/>
        </p:nvSpPr>
        <p:spPr>
          <a:xfrm>
            <a:off x="2880244" y="3240094"/>
            <a:ext cx="5760000" cy="133635"/>
          </a:xfrm>
          <a:prstGeom prst="rect">
            <a:avLst/>
          </a:prstGeom>
          <a:solidFill>
            <a:srgbClr val="00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kern="500" dirty="0">
              <a:solidFill>
                <a:schemeClr val="tx1"/>
              </a:solidFill>
              <a:latin typeface="Segoe UI Semibold" panose="020B0702040204020203" pitchFamily="34" charset="0"/>
              <a:ea typeface="Microsoft YaHei Light" panose="020B0502040204020203" pitchFamily="34" charset="-122"/>
              <a:cs typeface="Segoe UI Semibold" panose="020B0702040204020203" pitchFamily="34" charset="0"/>
            </a:endParaRPr>
          </a:p>
        </p:txBody>
      </p:sp>
      <p:sp>
        <p:nvSpPr>
          <p:cNvPr id="12" name="Rectangle 11">
            <a:extLst>
              <a:ext uri="{FF2B5EF4-FFF2-40B4-BE49-F238E27FC236}">
                <a16:creationId xmlns:a16="http://schemas.microsoft.com/office/drawing/2014/main" id="{6EBA5A13-5758-EB1B-0A8E-E5F3F21E69CF}"/>
              </a:ext>
            </a:extLst>
          </p:cNvPr>
          <p:cNvSpPr/>
          <p:nvPr userDrawn="1"/>
        </p:nvSpPr>
        <p:spPr>
          <a:xfrm>
            <a:off x="10347350" y="3240093"/>
            <a:ext cx="1173138" cy="133635"/>
          </a:xfrm>
          <a:prstGeom prst="rect">
            <a:avLst/>
          </a:prstGeom>
          <a:solidFill>
            <a:srgbClr val="A50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kern="500" dirty="0">
              <a:solidFill>
                <a:schemeClr val="tx1"/>
              </a:solidFill>
              <a:latin typeface="Segoe UI Semibold" panose="020B0702040204020203" pitchFamily="34" charset="0"/>
              <a:ea typeface="Microsoft YaHei Light" panose="020B0502040204020203" pitchFamily="34" charset="-122"/>
              <a:cs typeface="Segoe UI Semibold" panose="020B0702040204020203" pitchFamily="34" charset="0"/>
            </a:endParaRPr>
          </a:p>
        </p:txBody>
      </p:sp>
      <p:sp>
        <p:nvSpPr>
          <p:cNvPr id="13" name="Rectangle 12">
            <a:extLst>
              <a:ext uri="{FF2B5EF4-FFF2-40B4-BE49-F238E27FC236}">
                <a16:creationId xmlns:a16="http://schemas.microsoft.com/office/drawing/2014/main" id="{A0093F48-B597-556F-78BF-5BC4EFCABE10}"/>
              </a:ext>
            </a:extLst>
          </p:cNvPr>
          <p:cNvSpPr/>
          <p:nvPr userDrawn="1"/>
        </p:nvSpPr>
        <p:spPr>
          <a:xfrm>
            <a:off x="10347350" y="-442569"/>
            <a:ext cx="1173138" cy="442570"/>
          </a:xfrm>
          <a:prstGeom prst="rect">
            <a:avLst/>
          </a:prstGeom>
          <a:solidFill>
            <a:srgbClr val="A50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GB" sz="700" kern="500" dirty="0">
                <a:solidFill>
                  <a:schemeClr val="tx1"/>
                </a:solidFill>
                <a:latin typeface="Segoe UI Semibold" panose="020B0702040204020203" pitchFamily="34" charset="0"/>
                <a:ea typeface="Microsoft YaHei Light" panose="020B0502040204020203" pitchFamily="34" charset="-122"/>
                <a:cs typeface="Segoe UI Semibold" panose="020B0702040204020203" pitchFamily="34" charset="0"/>
              </a:rPr>
              <a:t>This portion of the wall might be obscured by furniture – avoid text</a:t>
            </a:r>
          </a:p>
        </p:txBody>
      </p:sp>
      <p:sp>
        <p:nvSpPr>
          <p:cNvPr id="16" name="Rectangle 15">
            <a:extLst>
              <a:ext uri="{FF2B5EF4-FFF2-40B4-BE49-F238E27FC236}">
                <a16:creationId xmlns:a16="http://schemas.microsoft.com/office/drawing/2014/main" id="{1A1E1BB3-3BAA-486D-0138-61DA09418805}"/>
              </a:ext>
            </a:extLst>
          </p:cNvPr>
          <p:cNvSpPr/>
          <p:nvPr userDrawn="1"/>
        </p:nvSpPr>
        <p:spPr>
          <a:xfrm>
            <a:off x="-10543" y="3240093"/>
            <a:ext cx="1173138" cy="133635"/>
          </a:xfrm>
          <a:prstGeom prst="rect">
            <a:avLst/>
          </a:prstGeom>
          <a:solidFill>
            <a:srgbClr val="A50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kern="500" dirty="0">
              <a:solidFill>
                <a:schemeClr val="tx1"/>
              </a:solidFill>
              <a:latin typeface="Segoe UI Semibold" panose="020B0702040204020203" pitchFamily="34" charset="0"/>
              <a:ea typeface="Microsoft YaHei Light" panose="020B0502040204020203" pitchFamily="34" charset="-122"/>
              <a:cs typeface="Segoe UI Semibold" panose="020B0702040204020203" pitchFamily="34" charset="0"/>
            </a:endParaRPr>
          </a:p>
        </p:txBody>
      </p:sp>
      <p:sp>
        <p:nvSpPr>
          <p:cNvPr id="17" name="Rectangle 16">
            <a:extLst>
              <a:ext uri="{FF2B5EF4-FFF2-40B4-BE49-F238E27FC236}">
                <a16:creationId xmlns:a16="http://schemas.microsoft.com/office/drawing/2014/main" id="{C8B0DFC8-4DA5-C1E9-D295-F180948BBB9F}"/>
              </a:ext>
            </a:extLst>
          </p:cNvPr>
          <p:cNvSpPr/>
          <p:nvPr userDrawn="1"/>
        </p:nvSpPr>
        <p:spPr>
          <a:xfrm>
            <a:off x="-10543" y="-442569"/>
            <a:ext cx="1173138" cy="442570"/>
          </a:xfrm>
          <a:prstGeom prst="rect">
            <a:avLst/>
          </a:prstGeom>
          <a:solidFill>
            <a:srgbClr val="A50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GB" sz="700" kern="500" dirty="0">
                <a:solidFill>
                  <a:schemeClr val="tx1"/>
                </a:solidFill>
                <a:latin typeface="Segoe UI Semibold" panose="020B0702040204020203" pitchFamily="34" charset="0"/>
                <a:ea typeface="Microsoft YaHei Light" panose="020B0502040204020203" pitchFamily="34" charset="-122"/>
                <a:cs typeface="Segoe UI Semibold" panose="020B0702040204020203" pitchFamily="34" charset="0"/>
              </a:rPr>
              <a:t>This portion of the wall might be obscured by furniture – avoid text</a:t>
            </a:r>
          </a:p>
        </p:txBody>
      </p:sp>
    </p:spTree>
    <p:extLst>
      <p:ext uri="{BB962C8B-B14F-4D97-AF65-F5344CB8AC3E}">
        <p14:creationId xmlns:p14="http://schemas.microsoft.com/office/powerpoint/2010/main" val="3433995999"/>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32046" rtl="0" eaLnBrk="1" latinLnBrk="0" hangingPunct="1">
        <a:lnSpc>
          <a:spcPct val="90000"/>
        </a:lnSpc>
        <a:spcBef>
          <a:spcPct val="0"/>
        </a:spcBef>
        <a:buNone/>
        <a:defRPr sz="2079" kern="1200">
          <a:solidFill>
            <a:schemeClr val="tx1"/>
          </a:solidFill>
          <a:latin typeface="+mj-lt"/>
          <a:ea typeface="+mj-ea"/>
          <a:cs typeface="+mj-cs"/>
        </a:defRPr>
      </a:lvl1pPr>
    </p:titleStyle>
    <p:bodyStyle>
      <a:lvl1pPr marL="108014" indent="-108014" algn="l" defTabSz="432046" rtl="0" eaLnBrk="1" latinLnBrk="0" hangingPunct="1">
        <a:lnSpc>
          <a:spcPct val="90000"/>
        </a:lnSpc>
        <a:spcBef>
          <a:spcPts val="472"/>
        </a:spcBef>
        <a:buFont typeface="Arial" panose="020B0604020202020204" pitchFamily="34" charset="0"/>
        <a:buChar char="•"/>
        <a:defRPr sz="1323" kern="1200">
          <a:solidFill>
            <a:schemeClr val="tx1"/>
          </a:solidFill>
          <a:latin typeface="+mn-lt"/>
          <a:ea typeface="+mn-ea"/>
          <a:cs typeface="+mn-cs"/>
        </a:defRPr>
      </a:lvl1pPr>
      <a:lvl2pPr marL="324035" indent="-108014" algn="l" defTabSz="432046" rtl="0" eaLnBrk="1" latinLnBrk="0" hangingPunct="1">
        <a:lnSpc>
          <a:spcPct val="90000"/>
        </a:lnSpc>
        <a:spcBef>
          <a:spcPts val="236"/>
        </a:spcBef>
        <a:buFont typeface="Arial" panose="020B0604020202020204" pitchFamily="34" charset="0"/>
        <a:buChar char="•"/>
        <a:defRPr sz="1134" kern="1200">
          <a:solidFill>
            <a:schemeClr val="tx1"/>
          </a:solidFill>
          <a:latin typeface="+mn-lt"/>
          <a:ea typeface="+mn-ea"/>
          <a:cs typeface="+mn-cs"/>
        </a:defRPr>
      </a:lvl2pPr>
      <a:lvl3pPr marL="540058" indent="-108014" algn="l" defTabSz="432046" rtl="0" eaLnBrk="1" latinLnBrk="0" hangingPunct="1">
        <a:lnSpc>
          <a:spcPct val="90000"/>
        </a:lnSpc>
        <a:spcBef>
          <a:spcPts val="236"/>
        </a:spcBef>
        <a:buFont typeface="Arial" panose="020B0604020202020204" pitchFamily="34" charset="0"/>
        <a:buChar char="•"/>
        <a:defRPr sz="945" kern="1200">
          <a:solidFill>
            <a:schemeClr val="tx1"/>
          </a:solidFill>
          <a:latin typeface="+mn-lt"/>
          <a:ea typeface="+mn-ea"/>
          <a:cs typeface="+mn-cs"/>
        </a:defRPr>
      </a:lvl3pPr>
      <a:lvl4pPr marL="756080" indent="-108014" algn="l" defTabSz="432046" rtl="0" eaLnBrk="1" latinLnBrk="0" hangingPunct="1">
        <a:lnSpc>
          <a:spcPct val="90000"/>
        </a:lnSpc>
        <a:spcBef>
          <a:spcPts val="236"/>
        </a:spcBef>
        <a:buFont typeface="Arial" panose="020B0604020202020204" pitchFamily="34" charset="0"/>
        <a:buChar char="•"/>
        <a:defRPr sz="851" kern="1200">
          <a:solidFill>
            <a:schemeClr val="tx1"/>
          </a:solidFill>
          <a:latin typeface="+mn-lt"/>
          <a:ea typeface="+mn-ea"/>
          <a:cs typeface="+mn-cs"/>
        </a:defRPr>
      </a:lvl4pPr>
      <a:lvl5pPr marL="972103" indent="-108014" algn="l" defTabSz="432046" rtl="0" eaLnBrk="1" latinLnBrk="0" hangingPunct="1">
        <a:lnSpc>
          <a:spcPct val="90000"/>
        </a:lnSpc>
        <a:spcBef>
          <a:spcPts val="236"/>
        </a:spcBef>
        <a:buFont typeface="Arial" panose="020B0604020202020204" pitchFamily="34" charset="0"/>
        <a:buChar char="•"/>
        <a:defRPr sz="851" kern="1200">
          <a:solidFill>
            <a:schemeClr val="tx1"/>
          </a:solidFill>
          <a:latin typeface="+mn-lt"/>
          <a:ea typeface="+mn-ea"/>
          <a:cs typeface="+mn-cs"/>
        </a:defRPr>
      </a:lvl5pPr>
      <a:lvl6pPr marL="1188125" indent="-108014" algn="l" defTabSz="432046" rtl="0" eaLnBrk="1" latinLnBrk="0" hangingPunct="1">
        <a:lnSpc>
          <a:spcPct val="90000"/>
        </a:lnSpc>
        <a:spcBef>
          <a:spcPts val="236"/>
        </a:spcBef>
        <a:buFont typeface="Arial" panose="020B0604020202020204" pitchFamily="34" charset="0"/>
        <a:buChar char="•"/>
        <a:defRPr sz="851" kern="1200">
          <a:solidFill>
            <a:schemeClr val="tx1"/>
          </a:solidFill>
          <a:latin typeface="+mn-lt"/>
          <a:ea typeface="+mn-ea"/>
          <a:cs typeface="+mn-cs"/>
        </a:defRPr>
      </a:lvl6pPr>
      <a:lvl7pPr marL="1404146" indent="-108014" algn="l" defTabSz="432046" rtl="0" eaLnBrk="1" latinLnBrk="0" hangingPunct="1">
        <a:lnSpc>
          <a:spcPct val="90000"/>
        </a:lnSpc>
        <a:spcBef>
          <a:spcPts val="236"/>
        </a:spcBef>
        <a:buFont typeface="Arial" panose="020B0604020202020204" pitchFamily="34" charset="0"/>
        <a:buChar char="•"/>
        <a:defRPr sz="851" kern="1200">
          <a:solidFill>
            <a:schemeClr val="tx1"/>
          </a:solidFill>
          <a:latin typeface="+mn-lt"/>
          <a:ea typeface="+mn-ea"/>
          <a:cs typeface="+mn-cs"/>
        </a:defRPr>
      </a:lvl7pPr>
      <a:lvl8pPr marL="1620173" indent="-108014" algn="l" defTabSz="432046" rtl="0" eaLnBrk="1" latinLnBrk="0" hangingPunct="1">
        <a:lnSpc>
          <a:spcPct val="90000"/>
        </a:lnSpc>
        <a:spcBef>
          <a:spcPts val="236"/>
        </a:spcBef>
        <a:buFont typeface="Arial" panose="020B0604020202020204" pitchFamily="34" charset="0"/>
        <a:buChar char="•"/>
        <a:defRPr sz="851" kern="1200">
          <a:solidFill>
            <a:schemeClr val="tx1"/>
          </a:solidFill>
          <a:latin typeface="+mn-lt"/>
          <a:ea typeface="+mn-ea"/>
          <a:cs typeface="+mn-cs"/>
        </a:defRPr>
      </a:lvl8pPr>
      <a:lvl9pPr marL="1836194" indent="-108014" algn="l" defTabSz="432046" rtl="0" eaLnBrk="1" latinLnBrk="0" hangingPunct="1">
        <a:lnSpc>
          <a:spcPct val="90000"/>
        </a:lnSpc>
        <a:spcBef>
          <a:spcPts val="236"/>
        </a:spcBef>
        <a:buFont typeface="Arial" panose="020B0604020202020204" pitchFamily="34" charset="0"/>
        <a:buChar char="•"/>
        <a:defRPr sz="851" kern="1200">
          <a:solidFill>
            <a:schemeClr val="tx1"/>
          </a:solidFill>
          <a:latin typeface="+mn-lt"/>
          <a:ea typeface="+mn-ea"/>
          <a:cs typeface="+mn-cs"/>
        </a:defRPr>
      </a:lvl9pPr>
    </p:bodyStyle>
    <p:otherStyle>
      <a:defPPr>
        <a:defRPr lang="en-US"/>
      </a:defPPr>
      <a:lvl1pPr marL="0" algn="l" defTabSz="432046" rtl="0" eaLnBrk="1" latinLnBrk="0" hangingPunct="1">
        <a:defRPr sz="851" kern="1200">
          <a:solidFill>
            <a:schemeClr val="tx1"/>
          </a:solidFill>
          <a:latin typeface="+mn-lt"/>
          <a:ea typeface="+mn-ea"/>
          <a:cs typeface="+mn-cs"/>
        </a:defRPr>
      </a:lvl1pPr>
      <a:lvl2pPr marL="216026" algn="l" defTabSz="432046" rtl="0" eaLnBrk="1" latinLnBrk="0" hangingPunct="1">
        <a:defRPr sz="851" kern="1200">
          <a:solidFill>
            <a:schemeClr val="tx1"/>
          </a:solidFill>
          <a:latin typeface="+mn-lt"/>
          <a:ea typeface="+mn-ea"/>
          <a:cs typeface="+mn-cs"/>
        </a:defRPr>
      </a:lvl2pPr>
      <a:lvl3pPr marL="432046" algn="l" defTabSz="432046" rtl="0" eaLnBrk="1" latinLnBrk="0" hangingPunct="1">
        <a:defRPr sz="851" kern="1200">
          <a:solidFill>
            <a:schemeClr val="tx1"/>
          </a:solidFill>
          <a:latin typeface="+mn-lt"/>
          <a:ea typeface="+mn-ea"/>
          <a:cs typeface="+mn-cs"/>
        </a:defRPr>
      </a:lvl3pPr>
      <a:lvl4pPr marL="648069" algn="l" defTabSz="432046" rtl="0" eaLnBrk="1" latinLnBrk="0" hangingPunct="1">
        <a:defRPr sz="851" kern="1200">
          <a:solidFill>
            <a:schemeClr val="tx1"/>
          </a:solidFill>
          <a:latin typeface="+mn-lt"/>
          <a:ea typeface="+mn-ea"/>
          <a:cs typeface="+mn-cs"/>
        </a:defRPr>
      </a:lvl4pPr>
      <a:lvl5pPr marL="864090" algn="l" defTabSz="432046" rtl="0" eaLnBrk="1" latinLnBrk="0" hangingPunct="1">
        <a:defRPr sz="851" kern="1200">
          <a:solidFill>
            <a:schemeClr val="tx1"/>
          </a:solidFill>
          <a:latin typeface="+mn-lt"/>
          <a:ea typeface="+mn-ea"/>
          <a:cs typeface="+mn-cs"/>
        </a:defRPr>
      </a:lvl5pPr>
      <a:lvl6pPr marL="1080112" algn="l" defTabSz="432046" rtl="0" eaLnBrk="1" latinLnBrk="0" hangingPunct="1">
        <a:defRPr sz="851" kern="1200">
          <a:solidFill>
            <a:schemeClr val="tx1"/>
          </a:solidFill>
          <a:latin typeface="+mn-lt"/>
          <a:ea typeface="+mn-ea"/>
          <a:cs typeface="+mn-cs"/>
        </a:defRPr>
      </a:lvl6pPr>
      <a:lvl7pPr marL="1296135" algn="l" defTabSz="432046" rtl="0" eaLnBrk="1" latinLnBrk="0" hangingPunct="1">
        <a:defRPr sz="851" kern="1200">
          <a:solidFill>
            <a:schemeClr val="tx1"/>
          </a:solidFill>
          <a:latin typeface="+mn-lt"/>
          <a:ea typeface="+mn-ea"/>
          <a:cs typeface="+mn-cs"/>
        </a:defRPr>
      </a:lvl7pPr>
      <a:lvl8pPr marL="1512159" algn="l" defTabSz="432046" rtl="0" eaLnBrk="1" latinLnBrk="0" hangingPunct="1">
        <a:defRPr sz="851" kern="1200">
          <a:solidFill>
            <a:schemeClr val="tx1"/>
          </a:solidFill>
          <a:latin typeface="+mn-lt"/>
          <a:ea typeface="+mn-ea"/>
          <a:cs typeface="+mn-cs"/>
        </a:defRPr>
      </a:lvl8pPr>
      <a:lvl9pPr marL="1728182" algn="l" defTabSz="432046" rtl="0" eaLnBrk="1" latinLnBrk="0" hangingPunct="1">
        <a:defRPr sz="8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 name="Picture 124">
            <a:extLst>
              <a:ext uri="{FF2B5EF4-FFF2-40B4-BE49-F238E27FC236}">
                <a16:creationId xmlns:a16="http://schemas.microsoft.com/office/drawing/2014/main" id="{BB45061D-471D-5CEC-1B2A-137AD27812BD}"/>
              </a:ext>
            </a:extLst>
          </p:cNvPr>
          <p:cNvPicPr>
            <a:picLocks noChangeAspect="1"/>
          </p:cNvPicPr>
          <p:nvPr/>
        </p:nvPicPr>
        <p:blipFill>
          <a:blip r:embed="rId3"/>
          <a:stretch>
            <a:fillRect/>
          </a:stretch>
        </p:blipFill>
        <p:spPr>
          <a:xfrm>
            <a:off x="2981493" y="56996"/>
            <a:ext cx="5557501" cy="3126095"/>
          </a:xfrm>
          <a:prstGeom prst="rect">
            <a:avLst/>
          </a:prstGeom>
        </p:spPr>
      </p:pic>
      <p:pic>
        <p:nvPicPr>
          <p:cNvPr id="126" name="Picture 125">
            <a:extLst>
              <a:ext uri="{FF2B5EF4-FFF2-40B4-BE49-F238E27FC236}">
                <a16:creationId xmlns:a16="http://schemas.microsoft.com/office/drawing/2014/main" id="{623B2652-31BC-D1D9-EB76-0B22669C3055}"/>
              </a:ext>
            </a:extLst>
          </p:cNvPr>
          <p:cNvPicPr>
            <a:picLocks noChangeAspect="1"/>
          </p:cNvPicPr>
          <p:nvPr/>
        </p:nvPicPr>
        <p:blipFill>
          <a:blip r:embed="rId4"/>
          <a:stretch>
            <a:fillRect/>
          </a:stretch>
        </p:blipFill>
        <p:spPr>
          <a:xfrm>
            <a:off x="9171688" y="298843"/>
            <a:ext cx="4697600" cy="2642400"/>
          </a:xfrm>
          <a:prstGeom prst="rect">
            <a:avLst/>
          </a:prstGeom>
        </p:spPr>
      </p:pic>
      <p:sp>
        <p:nvSpPr>
          <p:cNvPr id="128" name="Rectangle 127">
            <a:extLst>
              <a:ext uri="{FF2B5EF4-FFF2-40B4-BE49-F238E27FC236}">
                <a16:creationId xmlns:a16="http://schemas.microsoft.com/office/drawing/2014/main" id="{B186B9AE-5E6D-75A5-C032-832F41742697}"/>
              </a:ext>
            </a:extLst>
          </p:cNvPr>
          <p:cNvSpPr/>
          <p:nvPr/>
        </p:nvSpPr>
        <p:spPr>
          <a:xfrm>
            <a:off x="0" y="0"/>
            <a:ext cx="2981493" cy="3240088"/>
          </a:xfrm>
          <a:prstGeom prst="rect">
            <a:avLst/>
          </a:prstGeom>
          <a:gradFill flip="none" rotWithShape="1">
            <a:gsLst>
              <a:gs pos="0">
                <a:schemeClr val="bg1"/>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43"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 name="Rectangle 128">
            <a:extLst>
              <a:ext uri="{FF2B5EF4-FFF2-40B4-BE49-F238E27FC236}">
                <a16:creationId xmlns:a16="http://schemas.microsoft.com/office/drawing/2014/main" id="{A1D389D2-F2C4-F37E-7E2E-F651168EE9C7}"/>
              </a:ext>
            </a:extLst>
          </p:cNvPr>
          <p:cNvSpPr/>
          <p:nvPr/>
        </p:nvSpPr>
        <p:spPr>
          <a:xfrm rot="10800000">
            <a:off x="8538994" y="0"/>
            <a:ext cx="2981494" cy="3240088"/>
          </a:xfrm>
          <a:prstGeom prst="rect">
            <a:avLst/>
          </a:prstGeom>
          <a:gradFill flip="none" rotWithShape="1">
            <a:gsLst>
              <a:gs pos="0">
                <a:schemeClr val="bg1"/>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43"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30" name="Picture 129">
            <a:extLst>
              <a:ext uri="{FF2B5EF4-FFF2-40B4-BE49-F238E27FC236}">
                <a16:creationId xmlns:a16="http://schemas.microsoft.com/office/drawing/2014/main" id="{F0150111-C3EA-A311-4AEE-CDBD5F283927}"/>
              </a:ext>
            </a:extLst>
          </p:cNvPr>
          <p:cNvPicPr>
            <a:picLocks noChangeAspect="1"/>
          </p:cNvPicPr>
          <p:nvPr/>
        </p:nvPicPr>
        <p:blipFill>
          <a:blip r:embed="rId5"/>
          <a:stretch>
            <a:fillRect/>
          </a:stretch>
        </p:blipFill>
        <p:spPr>
          <a:xfrm>
            <a:off x="14501982" y="298843"/>
            <a:ext cx="4697600" cy="2642400"/>
          </a:xfrm>
          <a:prstGeom prst="rect">
            <a:avLst/>
          </a:prstGeom>
        </p:spPr>
      </p:pic>
    </p:spTree>
    <p:extLst>
      <p:ext uri="{BB962C8B-B14F-4D97-AF65-F5344CB8AC3E}">
        <p14:creationId xmlns:p14="http://schemas.microsoft.com/office/powerpoint/2010/main" val="894830667"/>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56B9C-53EB-FB7F-6BAF-B0F1CCCFDF2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0FF49F7-031F-EA7A-9436-D0F418FD83D4}"/>
              </a:ext>
            </a:extLst>
          </p:cNvPr>
          <p:cNvPicPr>
            <a:picLocks noChangeAspect="1"/>
          </p:cNvPicPr>
          <p:nvPr/>
        </p:nvPicPr>
        <p:blipFill>
          <a:blip r:embed="rId3"/>
          <a:stretch>
            <a:fillRect/>
          </a:stretch>
        </p:blipFill>
        <p:spPr>
          <a:xfrm>
            <a:off x="9171687" y="298844"/>
            <a:ext cx="4697600" cy="2642400"/>
          </a:xfrm>
          <a:prstGeom prst="rect">
            <a:avLst/>
          </a:prstGeom>
        </p:spPr>
      </p:pic>
      <p:pic>
        <p:nvPicPr>
          <p:cNvPr id="125" name="Picture 124">
            <a:extLst>
              <a:ext uri="{FF2B5EF4-FFF2-40B4-BE49-F238E27FC236}">
                <a16:creationId xmlns:a16="http://schemas.microsoft.com/office/drawing/2014/main" id="{7468A76E-6C14-8F38-20B5-8DBF1578401B}"/>
              </a:ext>
            </a:extLst>
          </p:cNvPr>
          <p:cNvPicPr>
            <a:picLocks noChangeAspect="1"/>
          </p:cNvPicPr>
          <p:nvPr/>
        </p:nvPicPr>
        <p:blipFill>
          <a:blip r:embed="rId4"/>
          <a:stretch>
            <a:fillRect/>
          </a:stretch>
        </p:blipFill>
        <p:spPr>
          <a:xfrm>
            <a:off x="-2400872" y="298844"/>
            <a:ext cx="4697597" cy="2642399"/>
          </a:xfrm>
          <a:prstGeom prst="rect">
            <a:avLst/>
          </a:prstGeom>
        </p:spPr>
      </p:pic>
      <p:pic>
        <p:nvPicPr>
          <p:cNvPr id="2" name="Picture 1">
            <a:extLst>
              <a:ext uri="{FF2B5EF4-FFF2-40B4-BE49-F238E27FC236}">
                <a16:creationId xmlns:a16="http://schemas.microsoft.com/office/drawing/2014/main" id="{7CD4E4DD-75A9-85D0-8CD6-0771E26B1054}"/>
              </a:ext>
            </a:extLst>
          </p:cNvPr>
          <p:cNvPicPr>
            <a:picLocks noChangeAspect="1"/>
          </p:cNvPicPr>
          <p:nvPr/>
        </p:nvPicPr>
        <p:blipFill>
          <a:blip r:embed="rId5"/>
          <a:stretch>
            <a:fillRect/>
          </a:stretch>
        </p:blipFill>
        <p:spPr>
          <a:xfrm>
            <a:off x="2981044" y="56743"/>
            <a:ext cx="5558400" cy="3126600"/>
          </a:xfrm>
          <a:prstGeom prst="rect">
            <a:avLst/>
          </a:prstGeom>
        </p:spPr>
      </p:pic>
      <p:sp>
        <p:nvSpPr>
          <p:cNvPr id="127" name="Rectangle 126">
            <a:extLst>
              <a:ext uri="{FF2B5EF4-FFF2-40B4-BE49-F238E27FC236}">
                <a16:creationId xmlns:a16="http://schemas.microsoft.com/office/drawing/2014/main" id="{E30B85FA-598F-1CD7-7FFD-EFA6B25A97B6}"/>
              </a:ext>
            </a:extLst>
          </p:cNvPr>
          <p:cNvSpPr/>
          <p:nvPr/>
        </p:nvSpPr>
        <p:spPr>
          <a:xfrm>
            <a:off x="0" y="0"/>
            <a:ext cx="2981044" cy="3240088"/>
          </a:xfrm>
          <a:prstGeom prst="rect">
            <a:avLst/>
          </a:prstGeom>
          <a:gradFill flip="none" rotWithShape="1">
            <a:gsLst>
              <a:gs pos="0">
                <a:schemeClr val="bg1"/>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43"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ectangle 2">
            <a:extLst>
              <a:ext uri="{FF2B5EF4-FFF2-40B4-BE49-F238E27FC236}">
                <a16:creationId xmlns:a16="http://schemas.microsoft.com/office/drawing/2014/main" id="{062697C6-3677-7AD4-535E-D6288A7808D7}"/>
              </a:ext>
            </a:extLst>
          </p:cNvPr>
          <p:cNvSpPr/>
          <p:nvPr/>
        </p:nvSpPr>
        <p:spPr>
          <a:xfrm rot="10800000">
            <a:off x="8539442" y="0"/>
            <a:ext cx="2981045" cy="3240088"/>
          </a:xfrm>
          <a:prstGeom prst="rect">
            <a:avLst/>
          </a:prstGeom>
          <a:gradFill flip="none" rotWithShape="1">
            <a:gsLst>
              <a:gs pos="0">
                <a:schemeClr val="bg1"/>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43"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422CDBF8-AFAA-F75F-CC49-4CA8B078C09E}"/>
              </a:ext>
            </a:extLst>
          </p:cNvPr>
          <p:cNvPicPr>
            <a:picLocks noChangeAspect="1"/>
          </p:cNvPicPr>
          <p:nvPr/>
        </p:nvPicPr>
        <p:blipFill>
          <a:blip r:embed="rId6"/>
          <a:stretch>
            <a:fillRect/>
          </a:stretch>
        </p:blipFill>
        <p:spPr>
          <a:xfrm>
            <a:off x="14501530" y="298844"/>
            <a:ext cx="4697600" cy="2642400"/>
          </a:xfrm>
          <a:prstGeom prst="rect">
            <a:avLst/>
          </a:prstGeom>
        </p:spPr>
      </p:pic>
    </p:spTree>
    <p:extLst>
      <p:ext uri="{BB962C8B-B14F-4D97-AF65-F5344CB8AC3E}">
        <p14:creationId xmlns:p14="http://schemas.microsoft.com/office/powerpoint/2010/main" val="20612054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F7BF9-FB0F-4C2A-C16E-5700329E3BD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4352AC5-2D78-B959-92B1-286D2ABB2A7B}"/>
              </a:ext>
            </a:extLst>
          </p:cNvPr>
          <p:cNvPicPr>
            <a:picLocks noChangeAspect="1"/>
          </p:cNvPicPr>
          <p:nvPr/>
        </p:nvPicPr>
        <p:blipFill>
          <a:blip r:embed="rId3"/>
          <a:stretch>
            <a:fillRect/>
          </a:stretch>
        </p:blipFill>
        <p:spPr>
          <a:xfrm>
            <a:off x="9171687" y="298844"/>
            <a:ext cx="4697600" cy="2642400"/>
          </a:xfrm>
          <a:prstGeom prst="rect">
            <a:avLst/>
          </a:prstGeom>
        </p:spPr>
      </p:pic>
      <p:pic>
        <p:nvPicPr>
          <p:cNvPr id="4" name="Picture 3">
            <a:extLst>
              <a:ext uri="{FF2B5EF4-FFF2-40B4-BE49-F238E27FC236}">
                <a16:creationId xmlns:a16="http://schemas.microsoft.com/office/drawing/2014/main" id="{DC934CB0-BDCA-5CF7-015C-380C0C4DDA46}"/>
              </a:ext>
            </a:extLst>
          </p:cNvPr>
          <p:cNvPicPr>
            <a:picLocks noChangeAspect="1"/>
          </p:cNvPicPr>
          <p:nvPr/>
        </p:nvPicPr>
        <p:blipFill>
          <a:blip r:embed="rId4"/>
          <a:stretch>
            <a:fillRect/>
          </a:stretch>
        </p:blipFill>
        <p:spPr>
          <a:xfrm>
            <a:off x="2979444" y="55844"/>
            <a:ext cx="5561600" cy="3128400"/>
          </a:xfrm>
          <a:prstGeom prst="rect">
            <a:avLst/>
          </a:prstGeom>
        </p:spPr>
      </p:pic>
      <p:pic>
        <p:nvPicPr>
          <p:cNvPr id="2" name="Picture 1">
            <a:extLst>
              <a:ext uri="{FF2B5EF4-FFF2-40B4-BE49-F238E27FC236}">
                <a16:creationId xmlns:a16="http://schemas.microsoft.com/office/drawing/2014/main" id="{0BA0988F-6E85-DF16-9C90-0DB2DA25D0BD}"/>
              </a:ext>
            </a:extLst>
          </p:cNvPr>
          <p:cNvPicPr>
            <a:picLocks noChangeAspect="1"/>
          </p:cNvPicPr>
          <p:nvPr/>
        </p:nvPicPr>
        <p:blipFill>
          <a:blip r:embed="rId5"/>
          <a:stretch>
            <a:fillRect/>
          </a:stretch>
        </p:blipFill>
        <p:spPr>
          <a:xfrm>
            <a:off x="-2348800" y="298844"/>
            <a:ext cx="4697600" cy="2642400"/>
          </a:xfrm>
          <a:prstGeom prst="rect">
            <a:avLst/>
          </a:prstGeom>
        </p:spPr>
      </p:pic>
      <p:sp>
        <p:nvSpPr>
          <p:cNvPr id="127" name="Rectangle 126">
            <a:extLst>
              <a:ext uri="{FF2B5EF4-FFF2-40B4-BE49-F238E27FC236}">
                <a16:creationId xmlns:a16="http://schemas.microsoft.com/office/drawing/2014/main" id="{A883CFF3-620E-C6AB-3CAC-EB0F5513A93C}"/>
              </a:ext>
            </a:extLst>
          </p:cNvPr>
          <p:cNvSpPr/>
          <p:nvPr/>
        </p:nvSpPr>
        <p:spPr>
          <a:xfrm>
            <a:off x="0" y="0"/>
            <a:ext cx="2981044" cy="3240088"/>
          </a:xfrm>
          <a:prstGeom prst="rect">
            <a:avLst/>
          </a:prstGeom>
          <a:gradFill flip="none" rotWithShape="1">
            <a:gsLst>
              <a:gs pos="0">
                <a:schemeClr val="bg1"/>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43"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ectangle 2">
            <a:extLst>
              <a:ext uri="{FF2B5EF4-FFF2-40B4-BE49-F238E27FC236}">
                <a16:creationId xmlns:a16="http://schemas.microsoft.com/office/drawing/2014/main" id="{847DA0C6-87DC-D68B-4DD8-B193D01E467A}"/>
              </a:ext>
            </a:extLst>
          </p:cNvPr>
          <p:cNvSpPr/>
          <p:nvPr/>
        </p:nvSpPr>
        <p:spPr>
          <a:xfrm rot="10800000">
            <a:off x="8539442" y="0"/>
            <a:ext cx="2981045" cy="3240088"/>
          </a:xfrm>
          <a:prstGeom prst="rect">
            <a:avLst/>
          </a:prstGeom>
          <a:gradFill flip="none" rotWithShape="1">
            <a:gsLst>
              <a:gs pos="0">
                <a:schemeClr val="bg1"/>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43"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1B594B0A-B3B5-5985-AB3E-55C7E08824CB}"/>
              </a:ext>
            </a:extLst>
          </p:cNvPr>
          <p:cNvPicPr>
            <a:picLocks noChangeAspect="1"/>
          </p:cNvPicPr>
          <p:nvPr/>
        </p:nvPicPr>
        <p:blipFill>
          <a:blip r:embed="rId6"/>
          <a:stretch>
            <a:fillRect/>
          </a:stretch>
        </p:blipFill>
        <p:spPr>
          <a:xfrm>
            <a:off x="14499930" y="298844"/>
            <a:ext cx="4697600" cy="2642400"/>
          </a:xfrm>
          <a:prstGeom prst="rect">
            <a:avLst/>
          </a:prstGeom>
        </p:spPr>
      </p:pic>
      <p:pic>
        <p:nvPicPr>
          <p:cNvPr id="7" name="Picture 6">
            <a:extLst>
              <a:ext uri="{FF2B5EF4-FFF2-40B4-BE49-F238E27FC236}">
                <a16:creationId xmlns:a16="http://schemas.microsoft.com/office/drawing/2014/main" id="{A40D0C6C-E9F8-C9FD-38C0-5721624406FB}"/>
              </a:ext>
            </a:extLst>
          </p:cNvPr>
          <p:cNvPicPr>
            <a:picLocks noChangeAspect="1"/>
          </p:cNvPicPr>
          <p:nvPr/>
        </p:nvPicPr>
        <p:blipFill>
          <a:blip r:embed="rId7"/>
          <a:stretch>
            <a:fillRect/>
          </a:stretch>
        </p:blipFill>
        <p:spPr>
          <a:xfrm>
            <a:off x="-7677041" y="298844"/>
            <a:ext cx="4697597" cy="2642399"/>
          </a:xfrm>
          <a:prstGeom prst="rect">
            <a:avLst/>
          </a:prstGeom>
        </p:spPr>
      </p:pic>
    </p:spTree>
    <p:extLst>
      <p:ext uri="{BB962C8B-B14F-4D97-AF65-F5344CB8AC3E}">
        <p14:creationId xmlns:p14="http://schemas.microsoft.com/office/powerpoint/2010/main" val="13413573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16506-8465-09C1-C424-6103FEFF4C5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CAE5021-638C-517D-C942-FDD71D964554}"/>
              </a:ext>
            </a:extLst>
          </p:cNvPr>
          <p:cNvPicPr>
            <a:picLocks noChangeAspect="1"/>
          </p:cNvPicPr>
          <p:nvPr/>
        </p:nvPicPr>
        <p:blipFill>
          <a:blip r:embed="rId3"/>
          <a:stretch>
            <a:fillRect/>
          </a:stretch>
        </p:blipFill>
        <p:spPr>
          <a:xfrm>
            <a:off x="9171687" y="298844"/>
            <a:ext cx="4697600" cy="2642400"/>
          </a:xfrm>
          <a:prstGeom prst="rect">
            <a:avLst/>
          </a:prstGeom>
        </p:spPr>
      </p:pic>
      <p:pic>
        <p:nvPicPr>
          <p:cNvPr id="5" name="Picture 4">
            <a:extLst>
              <a:ext uri="{FF2B5EF4-FFF2-40B4-BE49-F238E27FC236}">
                <a16:creationId xmlns:a16="http://schemas.microsoft.com/office/drawing/2014/main" id="{BCFBFEEC-3163-BAC7-659F-325035851788}"/>
              </a:ext>
            </a:extLst>
          </p:cNvPr>
          <p:cNvPicPr>
            <a:picLocks noChangeAspect="1"/>
          </p:cNvPicPr>
          <p:nvPr/>
        </p:nvPicPr>
        <p:blipFill>
          <a:blip r:embed="rId4"/>
          <a:stretch>
            <a:fillRect/>
          </a:stretch>
        </p:blipFill>
        <p:spPr>
          <a:xfrm>
            <a:off x="2979444" y="55844"/>
            <a:ext cx="5561600" cy="3128400"/>
          </a:xfrm>
          <a:prstGeom prst="rect">
            <a:avLst/>
          </a:prstGeom>
        </p:spPr>
      </p:pic>
      <p:pic>
        <p:nvPicPr>
          <p:cNvPr id="4" name="Picture 3">
            <a:extLst>
              <a:ext uri="{FF2B5EF4-FFF2-40B4-BE49-F238E27FC236}">
                <a16:creationId xmlns:a16="http://schemas.microsoft.com/office/drawing/2014/main" id="{4D00593A-FB2F-5EFA-919E-714C68AF4F96}"/>
              </a:ext>
            </a:extLst>
          </p:cNvPr>
          <p:cNvPicPr>
            <a:picLocks noChangeAspect="1"/>
          </p:cNvPicPr>
          <p:nvPr/>
        </p:nvPicPr>
        <p:blipFill>
          <a:blip r:embed="rId5"/>
          <a:stretch>
            <a:fillRect/>
          </a:stretch>
        </p:blipFill>
        <p:spPr>
          <a:xfrm>
            <a:off x="-2348800" y="298844"/>
            <a:ext cx="4697600" cy="2642400"/>
          </a:xfrm>
          <a:prstGeom prst="rect">
            <a:avLst/>
          </a:prstGeom>
        </p:spPr>
      </p:pic>
      <p:sp>
        <p:nvSpPr>
          <p:cNvPr id="127" name="Rectangle 126">
            <a:extLst>
              <a:ext uri="{FF2B5EF4-FFF2-40B4-BE49-F238E27FC236}">
                <a16:creationId xmlns:a16="http://schemas.microsoft.com/office/drawing/2014/main" id="{26D993D3-9032-2DCC-4B38-6F5FD00493A9}"/>
              </a:ext>
            </a:extLst>
          </p:cNvPr>
          <p:cNvSpPr/>
          <p:nvPr/>
        </p:nvSpPr>
        <p:spPr>
          <a:xfrm>
            <a:off x="0" y="0"/>
            <a:ext cx="2981044" cy="3240088"/>
          </a:xfrm>
          <a:prstGeom prst="rect">
            <a:avLst/>
          </a:prstGeom>
          <a:gradFill flip="none" rotWithShape="1">
            <a:gsLst>
              <a:gs pos="0">
                <a:schemeClr val="bg1"/>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43"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ectangle 2">
            <a:extLst>
              <a:ext uri="{FF2B5EF4-FFF2-40B4-BE49-F238E27FC236}">
                <a16:creationId xmlns:a16="http://schemas.microsoft.com/office/drawing/2014/main" id="{547C99A6-8EF2-9A2C-FD11-A62828A4F290}"/>
              </a:ext>
            </a:extLst>
          </p:cNvPr>
          <p:cNvSpPr/>
          <p:nvPr/>
        </p:nvSpPr>
        <p:spPr>
          <a:xfrm rot="10800000">
            <a:off x="8539442" y="0"/>
            <a:ext cx="2981045" cy="3240088"/>
          </a:xfrm>
          <a:prstGeom prst="rect">
            <a:avLst/>
          </a:prstGeom>
          <a:gradFill flip="none" rotWithShape="1">
            <a:gsLst>
              <a:gs pos="0">
                <a:schemeClr val="bg1"/>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43"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 name="Picture 1">
            <a:extLst>
              <a:ext uri="{FF2B5EF4-FFF2-40B4-BE49-F238E27FC236}">
                <a16:creationId xmlns:a16="http://schemas.microsoft.com/office/drawing/2014/main" id="{3F06E664-38D0-B792-5082-456BFBEA5BBB}"/>
              </a:ext>
            </a:extLst>
          </p:cNvPr>
          <p:cNvPicPr>
            <a:picLocks noChangeAspect="1"/>
          </p:cNvPicPr>
          <p:nvPr/>
        </p:nvPicPr>
        <p:blipFill>
          <a:blip r:embed="rId6"/>
          <a:stretch>
            <a:fillRect/>
          </a:stretch>
        </p:blipFill>
        <p:spPr>
          <a:xfrm>
            <a:off x="-7677044" y="298844"/>
            <a:ext cx="4697600" cy="2642400"/>
          </a:xfrm>
          <a:prstGeom prst="rect">
            <a:avLst/>
          </a:prstGeom>
        </p:spPr>
      </p:pic>
    </p:spTree>
    <p:extLst>
      <p:ext uri="{BB962C8B-B14F-4D97-AF65-F5344CB8AC3E}">
        <p14:creationId xmlns:p14="http://schemas.microsoft.com/office/powerpoint/2010/main" val="1407811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28A2B-3826-38A6-68DA-A370EC4F910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119ACF17-2929-5A3E-A85A-CA5E34CDFC27}"/>
              </a:ext>
            </a:extLst>
          </p:cNvPr>
          <p:cNvPicPr>
            <a:picLocks noChangeAspect="1"/>
          </p:cNvPicPr>
          <p:nvPr/>
        </p:nvPicPr>
        <p:blipFill>
          <a:blip r:embed="rId3"/>
          <a:stretch>
            <a:fillRect/>
          </a:stretch>
        </p:blipFill>
        <p:spPr>
          <a:xfrm>
            <a:off x="2977842" y="55844"/>
            <a:ext cx="5561600" cy="3128400"/>
          </a:xfrm>
          <a:prstGeom prst="rect">
            <a:avLst/>
          </a:prstGeom>
        </p:spPr>
      </p:pic>
      <p:pic>
        <p:nvPicPr>
          <p:cNvPr id="5" name="Picture 4">
            <a:extLst>
              <a:ext uri="{FF2B5EF4-FFF2-40B4-BE49-F238E27FC236}">
                <a16:creationId xmlns:a16="http://schemas.microsoft.com/office/drawing/2014/main" id="{7A9466F1-4ECA-DB34-5AD3-87099A4A5B26}"/>
              </a:ext>
            </a:extLst>
          </p:cNvPr>
          <p:cNvPicPr>
            <a:picLocks noChangeAspect="1"/>
          </p:cNvPicPr>
          <p:nvPr/>
        </p:nvPicPr>
        <p:blipFill>
          <a:blip r:embed="rId4"/>
          <a:stretch>
            <a:fillRect/>
          </a:stretch>
        </p:blipFill>
        <p:spPr>
          <a:xfrm>
            <a:off x="-2348800" y="298844"/>
            <a:ext cx="4697600" cy="2642400"/>
          </a:xfrm>
          <a:prstGeom prst="rect">
            <a:avLst/>
          </a:prstGeom>
        </p:spPr>
      </p:pic>
      <p:sp>
        <p:nvSpPr>
          <p:cNvPr id="127" name="Rectangle 126">
            <a:extLst>
              <a:ext uri="{FF2B5EF4-FFF2-40B4-BE49-F238E27FC236}">
                <a16:creationId xmlns:a16="http://schemas.microsoft.com/office/drawing/2014/main" id="{A58ECB31-478D-6703-C95C-192A0C9C0B93}"/>
              </a:ext>
            </a:extLst>
          </p:cNvPr>
          <p:cNvSpPr/>
          <p:nvPr/>
        </p:nvSpPr>
        <p:spPr>
          <a:xfrm>
            <a:off x="0" y="0"/>
            <a:ext cx="2981044" cy="3240088"/>
          </a:xfrm>
          <a:prstGeom prst="rect">
            <a:avLst/>
          </a:prstGeom>
          <a:gradFill flip="none" rotWithShape="1">
            <a:gsLst>
              <a:gs pos="0">
                <a:schemeClr val="bg1"/>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43"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ectangle 2">
            <a:extLst>
              <a:ext uri="{FF2B5EF4-FFF2-40B4-BE49-F238E27FC236}">
                <a16:creationId xmlns:a16="http://schemas.microsoft.com/office/drawing/2014/main" id="{A9739ED9-CFE6-D0CD-00F5-241DEC9A16E7}"/>
              </a:ext>
            </a:extLst>
          </p:cNvPr>
          <p:cNvSpPr/>
          <p:nvPr/>
        </p:nvSpPr>
        <p:spPr>
          <a:xfrm rot="10800000">
            <a:off x="8539442" y="0"/>
            <a:ext cx="2981045" cy="3240088"/>
          </a:xfrm>
          <a:prstGeom prst="rect">
            <a:avLst/>
          </a:prstGeom>
          <a:gradFill flip="none" rotWithShape="1">
            <a:gsLst>
              <a:gs pos="0">
                <a:schemeClr val="bg1"/>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43"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 name="Picture 1">
            <a:extLst>
              <a:ext uri="{FF2B5EF4-FFF2-40B4-BE49-F238E27FC236}">
                <a16:creationId xmlns:a16="http://schemas.microsoft.com/office/drawing/2014/main" id="{38D975CE-535D-921A-112B-266B6FE72774}"/>
              </a:ext>
            </a:extLst>
          </p:cNvPr>
          <p:cNvPicPr>
            <a:picLocks noChangeAspect="1"/>
          </p:cNvPicPr>
          <p:nvPr/>
        </p:nvPicPr>
        <p:blipFill>
          <a:blip r:embed="rId5"/>
          <a:stretch>
            <a:fillRect/>
          </a:stretch>
        </p:blipFill>
        <p:spPr>
          <a:xfrm>
            <a:off x="-7678645" y="298844"/>
            <a:ext cx="4697600" cy="2642400"/>
          </a:xfrm>
          <a:prstGeom prst="rect">
            <a:avLst/>
          </a:prstGeom>
        </p:spPr>
      </p:pic>
    </p:spTree>
    <p:extLst>
      <p:ext uri="{BB962C8B-B14F-4D97-AF65-F5344CB8AC3E}">
        <p14:creationId xmlns:p14="http://schemas.microsoft.com/office/powerpoint/2010/main" val="12789178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Office Theme</Template>
  <TotalTime>2</TotalTime>
  <Words>1640</Words>
  <Application>Microsoft Office PowerPoint</Application>
  <PresentationFormat>Custom</PresentationFormat>
  <Paragraphs>84</Paragraphs>
  <Slides>5</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Aptos</vt:lpstr>
      <vt:lpstr>Arial</vt:lpstr>
      <vt:lpstr>Calibri</vt:lpstr>
      <vt:lpstr>Calibri Light</vt:lpstr>
      <vt:lpstr>Segoe UI </vt:lpstr>
      <vt:lpstr>Segoe UI Semibold</vt:lpstr>
      <vt:lpstr>1_Office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Jens Schrøder</dc:creator>
  <cp:lastModifiedBy>Jens Schrøder</cp:lastModifiedBy>
  <cp:revision>1</cp:revision>
  <dcterms:created xsi:type="dcterms:W3CDTF">2025-11-04T16:20:59Z</dcterms:created>
  <dcterms:modified xsi:type="dcterms:W3CDTF">2025-11-04T16:23:59Z</dcterms:modified>
</cp:coreProperties>
</file>